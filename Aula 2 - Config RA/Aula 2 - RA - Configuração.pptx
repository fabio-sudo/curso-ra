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3" r:id="rId10"/>
    <p:sldId id="260" r:id="rId11"/>
    <p:sldId id="266" r:id="rId12"/>
    <p:sldId id="267" r:id="rId13"/>
    <p:sldId id="268" r:id="rId14"/>
    <p:sldId id="272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ABB17-34D6-00A2-249B-82DD87FB0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575461-7CA2-92A2-A661-759E0E30F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C9BC4C-E783-3B37-CC99-6AC690C7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E88C71-42E4-39BD-280C-8A3C1B372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CE39B4-4A1D-655C-6298-095E1D05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81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183C6-2FF6-F9AF-0348-A120F1550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AC6E8E-2DB1-5C8D-0F84-F01789852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0E2624-8DDB-1452-1DDF-8266EA24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4E00A6-84EE-E6A6-22E6-E283F1D7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C1AC5-B41E-0905-3241-89B267FE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67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90B09-307A-35E8-94BF-80F607C2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70B5EF-3DE9-E0CA-4E26-2D08BC99E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A1487E-53F5-4D38-5C04-42712F26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09B849-5C9D-6F38-610D-EA76C1D5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1CC3FD-B24E-21C3-C62F-A63FFEA8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567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19C27-B217-C1B0-6C89-6B2F2655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5AC7B0-B0AF-8081-3A68-44DAF0BA0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82DF11-F7A3-DAC8-B65A-1F58E4EF9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CE295F-45B6-949C-E541-4E8353B2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AB2375-CB5E-AB6A-E454-4CAD9BB0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26CFBE-0BB5-2A5D-4931-88A9D65B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70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FBDF3-0449-BC60-2357-E94ABA76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FCACC5-E9A9-2B85-D9C9-0CB21E4BE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24C352-A45C-241B-0C71-EAD30AED9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C55743-3E33-3501-45C2-7E49FFE44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F3DC7-B734-9195-D8FC-91C9FCD85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2079A10-4FA3-1F2B-C25A-66CE49D38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6AE964-D553-D92C-C5E0-D36AE3EE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898A76-581E-082E-0CA4-7CCC4401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0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A5351-3F44-4B18-E743-96697451D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3FB973B-CCA5-2255-23E2-18480C72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2A2801-604D-B12C-BEDC-643F4BEA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0A5456-0613-637D-3547-24286F55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81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DD8D00-B3B8-7868-B414-F1E39D6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E0716D-BC53-B1ED-7ADA-4A38BD35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0624BA-01F8-3B45-6A53-2A235892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852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8B92A-E3BB-2333-79F5-F3DAF657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D75794-D39F-BA72-6422-2064BFE98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E038EA-82A8-714C-BE74-5E09FF1F8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E9F7A1-CC44-EB39-2AEE-B6433129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5434A5-B987-2D09-D107-56955011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CCA916-812E-4281-5B2E-772A12F9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37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DB29E-7106-24CA-CF03-DF638002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78968E-A5A1-6CF1-FD03-5460B4F3A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84DA66-FB92-8CFC-3E65-D1484D93C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5018BB-5F9E-07F8-C5A6-0BDB1DB2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9AE1E7-FCAB-CF90-2F1C-01E6271F4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579DAA-87A7-21F6-9D5B-7857C6F2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4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59E55-048C-F483-5ECC-09B33F4F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FE9BC1-80BD-2AF3-F57E-C37815E99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3C0D50-38C3-6991-1992-12522834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720CE-AB0E-828F-D445-20D246F7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97011A-171C-F721-32C1-313288F4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80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92962B-B862-A050-E0AE-99E421E0A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DE78C5-413D-6440-9F53-B0AACFF9F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6DFB2A-7A81-DE9C-E9ED-0B8E4FBFC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0CCA19-EBD4-D037-BD2A-959F256B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3D0D9A-A5A7-4D9C-819C-B56806F0E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225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8114051-BD9E-CFC2-0C23-F2F7B1B0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340E0D-29C3-AA8D-CC38-62CEC9004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02B26E-8F3F-A75B-1FB2-F919B3980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D83A2-8191-4EF5-A733-89B00C14C808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719BA4-BFB9-3230-37A8-9145B9B78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74A705-171F-83ED-0416-E90025E2E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C2F16-FE22-4842-BD03-9741B68A7F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16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1A3D0-6EF6-0DAC-0F85-D0D8ACFBC0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Realidade Aumentada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4B6C02-3817-F568-DD9B-299388EB51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Unity</a:t>
            </a:r>
          </a:p>
        </p:txBody>
      </p:sp>
    </p:spTree>
    <p:extLst>
      <p:ext uri="{BB962C8B-B14F-4D97-AF65-F5344CB8AC3E}">
        <p14:creationId xmlns:p14="http://schemas.microsoft.com/office/powerpoint/2010/main" val="406116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942B88-008B-1EA4-6DBF-73BA3A06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pt-BR" sz="4600"/>
              <a:t>Conceitos básicos (muito importante)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B5A4C9-9CF7-4235-A0D0-7A44A58C3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pt-BR" sz="1700" b="1"/>
              <a:t>📌 Unidade de medida no 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700" b="1"/>
              <a:t>1 unidade do Unity = 1 metro no mundo real</a:t>
            </a:r>
            <a:endParaRPr lang="pt-BR" sz="1700"/>
          </a:p>
          <a:p>
            <a:pPr>
              <a:buFont typeface="Arial" panose="020B0604020202020204" pitchFamily="34" charset="0"/>
              <a:buChar char="•"/>
            </a:pPr>
            <a:r>
              <a:rPr lang="pt-BR" sz="1700"/>
              <a:t>Se algo fica “gigante” → o problema </a:t>
            </a:r>
            <a:r>
              <a:rPr lang="pt-BR" sz="1700" b="1"/>
              <a:t>é escala</a:t>
            </a:r>
            <a:r>
              <a:rPr lang="pt-BR" sz="1700"/>
              <a:t>, não câmera</a:t>
            </a:r>
          </a:p>
          <a:p>
            <a:pPr marL="0" indent="0">
              <a:buNone/>
            </a:pPr>
            <a:endParaRPr lang="pt-BR" sz="1700"/>
          </a:p>
          <a:p>
            <a:pPr>
              <a:buNone/>
            </a:pPr>
            <a:r>
              <a:rPr lang="pt-BR" sz="1700" b="1"/>
              <a:t>📌 Quem manda no mundo 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700" b="1"/>
              <a:t>AR Session</a:t>
            </a:r>
            <a:r>
              <a:rPr lang="pt-BR" sz="1700"/>
              <a:t> → controla o rastreamento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700" b="1"/>
              <a:t>XR Origin (AR Origin)</a:t>
            </a:r>
            <a:r>
              <a:rPr lang="pt-BR" sz="1700"/>
              <a:t> → define o sistema de coordenadas do mundo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700" b="1"/>
              <a:t>AR Camera</a:t>
            </a:r>
            <a:r>
              <a:rPr lang="pt-BR" sz="1700"/>
              <a:t> → é a câmera real do celular</a:t>
            </a:r>
          </a:p>
          <a:p>
            <a:pPr>
              <a:buNone/>
            </a:pPr>
            <a:r>
              <a:rPr lang="pt-BR" sz="1700"/>
              <a:t>⚠️ </a:t>
            </a:r>
            <a:r>
              <a:rPr lang="pt-BR" sz="1700" b="1"/>
              <a:t>Nunca mova a AR Camera manualmente</a:t>
            </a:r>
            <a:endParaRPr lang="pt-BR" sz="1700"/>
          </a:p>
          <a:p>
            <a:pPr marL="0" indent="0">
              <a:buNone/>
            </a:pPr>
            <a:endParaRPr lang="pt-BR" sz="1700"/>
          </a:p>
        </p:txBody>
      </p:sp>
    </p:spTree>
    <p:extLst>
      <p:ext uri="{BB962C8B-B14F-4D97-AF65-F5344CB8AC3E}">
        <p14:creationId xmlns:p14="http://schemas.microsoft.com/office/powerpoint/2010/main" val="204440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986314-B240-982E-357B-069A3668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t-BR" sz="3100" b="1"/>
              <a:t>🔹 ETAPA 2 – Criar o projeto correto no Unity 6</a:t>
            </a:r>
            <a:endParaRPr lang="pt-BR" sz="31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BBD4E-2DE0-7627-DFD2-4E15715D1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pt-BR" sz="2000" b="1"/>
              <a:t>Unity Hub</a:t>
            </a:r>
            <a:endParaRPr lang="pt-BR" sz="2000"/>
          </a:p>
          <a:p>
            <a:pPr>
              <a:buFont typeface="+mj-lt"/>
              <a:buAutoNum type="arabicPeriod"/>
            </a:pPr>
            <a:r>
              <a:rPr lang="pt-BR" sz="2000"/>
              <a:t>New Project</a:t>
            </a:r>
          </a:p>
          <a:p>
            <a:pPr>
              <a:buFont typeface="+mj-lt"/>
              <a:buAutoNum type="arabicPeriod"/>
            </a:pPr>
            <a:r>
              <a:rPr lang="pt-BR" sz="2000"/>
              <a:t>Template: </a:t>
            </a:r>
            <a:r>
              <a:rPr lang="pt-BR" sz="2000" b="1"/>
              <a:t>3D (URP)</a:t>
            </a:r>
            <a:r>
              <a:rPr lang="pt-BR" sz="2000"/>
              <a:t> (recomendado)</a:t>
            </a:r>
          </a:p>
          <a:p>
            <a:pPr>
              <a:buFont typeface="+mj-lt"/>
              <a:buAutoNum type="arabicPeriod"/>
            </a:pPr>
            <a:r>
              <a:rPr lang="pt-BR" sz="2000"/>
              <a:t>Nomeie o projeto</a:t>
            </a:r>
          </a:p>
          <a:p>
            <a:endParaRPr lang="pt-BR" sz="2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m 1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BDECEC1-EBB4-7921-08F4-30D668C68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809" y="734260"/>
            <a:ext cx="6009367" cy="5238232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634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2EE5FF-7A4D-CDE7-F616-92D73DC6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🔹 ETAPA 3 – Instalar os pacotes certos (fundilmental)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7886AD-C40B-669F-0D97-BC37A29E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Vá em </a:t>
            </a:r>
            <a:r>
              <a:rPr lang="en-US" sz="2000" b="1"/>
              <a:t>Window → Package Manager</a:t>
            </a:r>
            <a:endParaRPr lang="en-US" sz="2000"/>
          </a:p>
          <a:p>
            <a:r>
              <a:rPr lang="en-US" sz="2000"/>
              <a:t>Instale:</a:t>
            </a:r>
          </a:p>
          <a:p>
            <a:r>
              <a:rPr lang="en-US" sz="2000"/>
              <a:t>✔ </a:t>
            </a:r>
            <a:r>
              <a:rPr lang="en-US" sz="2000" b="1"/>
              <a:t>AR Foundation</a:t>
            </a:r>
            <a:br>
              <a:rPr lang="en-US" sz="2000"/>
            </a:br>
            <a:r>
              <a:rPr lang="en-US" sz="2000"/>
              <a:t>✔ </a:t>
            </a:r>
            <a:r>
              <a:rPr lang="en-US" sz="2000" b="1"/>
              <a:t>ARCore XR Plugin</a:t>
            </a:r>
            <a:r>
              <a:rPr lang="en-US" sz="2000"/>
              <a:t> (Android)</a:t>
            </a:r>
            <a:br>
              <a:rPr lang="en-US" sz="2000"/>
            </a:br>
            <a:r>
              <a:rPr lang="en-US" sz="2000"/>
              <a:t>✔ </a:t>
            </a:r>
            <a:r>
              <a:rPr lang="en-US" sz="2000" b="1"/>
              <a:t>ARKit XR Plugin</a:t>
            </a:r>
            <a:r>
              <a:rPr lang="en-US" sz="2000"/>
              <a:t> (iOS – se precisar)</a:t>
            </a:r>
          </a:p>
          <a:p>
            <a:r>
              <a:rPr lang="en-US" sz="2000"/>
              <a:t>Use versões compatíveis com Unity 6 (não </a:t>
            </a:r>
          </a:p>
          <a:p>
            <a:endParaRPr lang="en-US" sz="200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701259-35A7-1C19-BC3D-11206B9F577A}"/>
              </a:ext>
            </a:extLst>
          </p:cNvPr>
          <p:cNvSpPr txBox="1"/>
          <p:nvPr/>
        </p:nvSpPr>
        <p:spPr>
          <a:xfrm>
            <a:off x="6256866" y="1087120"/>
            <a:ext cx="5772574" cy="5618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🔹 </a:t>
            </a:r>
            <a:r>
              <a:rPr lang="en-US" sz="1600" b="1" dirty="0" err="1"/>
              <a:t>Essenciais</a:t>
            </a:r>
            <a:r>
              <a:rPr lang="en-US" sz="1600" b="1" dirty="0"/>
              <a:t> para AR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AR Foundation</a:t>
            </a:r>
            <a:br>
              <a:rPr lang="en-US" sz="1600" dirty="0"/>
            </a:br>
            <a:r>
              <a:rPr lang="en-US" sz="1600" dirty="0"/>
              <a:t>👉 </a:t>
            </a:r>
            <a:r>
              <a:rPr lang="en-US" sz="1600" i="1" dirty="0" err="1"/>
              <a:t>Coração</a:t>
            </a:r>
            <a:r>
              <a:rPr lang="en-US" sz="1600" i="1" dirty="0"/>
              <a:t> do AR no Unity</a:t>
            </a:r>
            <a:endParaRPr lang="en-US" sz="16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Faz a </a:t>
            </a:r>
            <a:r>
              <a:rPr lang="en-US" sz="1600" dirty="0" err="1"/>
              <a:t>ponte</a:t>
            </a:r>
            <a:r>
              <a:rPr lang="en-US" sz="1600" dirty="0"/>
              <a:t> entre </a:t>
            </a:r>
            <a:r>
              <a:rPr lang="en-US" sz="1600" dirty="0" err="1"/>
              <a:t>ARCore</a:t>
            </a:r>
            <a:r>
              <a:rPr lang="en-US" sz="1600" dirty="0"/>
              <a:t> (Android) e ARKit (iOS)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Sem </a:t>
            </a:r>
            <a:r>
              <a:rPr lang="en-US" sz="1600" dirty="0" err="1"/>
              <a:t>ele</a:t>
            </a:r>
            <a:r>
              <a:rPr lang="en-US" sz="1600" dirty="0"/>
              <a:t>, </a:t>
            </a:r>
            <a:r>
              <a:rPr lang="en-US" sz="1600" dirty="0" err="1"/>
              <a:t>não</a:t>
            </a:r>
            <a:r>
              <a:rPr lang="en-US" sz="1600" dirty="0"/>
              <a:t> </a:t>
            </a:r>
            <a:r>
              <a:rPr lang="en-US" sz="1600" dirty="0" err="1"/>
              <a:t>existe</a:t>
            </a:r>
            <a:r>
              <a:rPr lang="en-US" sz="1600" dirty="0"/>
              <a:t> AR no Unity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Google </a:t>
            </a:r>
            <a:r>
              <a:rPr lang="en-US" sz="1600" b="1" dirty="0" err="1"/>
              <a:t>ARCore</a:t>
            </a:r>
            <a:r>
              <a:rPr lang="en-US" sz="1600" b="1" dirty="0"/>
              <a:t> XR Plugin</a:t>
            </a:r>
            <a:br>
              <a:rPr lang="en-US" sz="1600" dirty="0"/>
            </a:br>
            <a:r>
              <a:rPr lang="en-US" sz="1600" dirty="0"/>
              <a:t>👉 AR no </a:t>
            </a:r>
            <a:r>
              <a:rPr lang="en-US" sz="1600" b="1" dirty="0"/>
              <a:t>Android</a:t>
            </a:r>
            <a:endParaRPr lang="en-US" sz="16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Plane detection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Image tracking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Anchors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Light estimation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Apple ARKit XR Plugin</a:t>
            </a:r>
            <a:br>
              <a:rPr lang="en-US" sz="1600" dirty="0"/>
            </a:br>
            <a:r>
              <a:rPr lang="en-US" sz="1600" dirty="0"/>
              <a:t>👉 AR no </a:t>
            </a:r>
            <a:r>
              <a:rPr lang="en-US" sz="1600" b="1" dirty="0"/>
              <a:t>iOS</a:t>
            </a:r>
            <a:endParaRPr lang="en-US" sz="16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Mesmas</a:t>
            </a:r>
            <a:r>
              <a:rPr lang="en-US" sz="1600" dirty="0"/>
              <a:t> </a:t>
            </a:r>
            <a:r>
              <a:rPr lang="en-US" sz="1600" dirty="0" err="1"/>
              <a:t>funções</a:t>
            </a:r>
            <a:r>
              <a:rPr lang="en-US" sz="1600" dirty="0"/>
              <a:t> do </a:t>
            </a:r>
            <a:r>
              <a:rPr lang="en-US" sz="1600" dirty="0" err="1"/>
              <a:t>ARCore</a:t>
            </a:r>
            <a:r>
              <a:rPr lang="en-US" sz="1600" dirty="0"/>
              <a:t>, mas para iPhone/iPad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XR Core Utilities</a:t>
            </a:r>
            <a:br>
              <a:rPr lang="en-US" sz="1600" dirty="0"/>
            </a:br>
            <a:r>
              <a:rPr lang="en-US" sz="1600" dirty="0"/>
              <a:t>👉 </a:t>
            </a:r>
            <a:r>
              <a:rPr lang="en-US" sz="1600" dirty="0" err="1"/>
              <a:t>Utilitários</a:t>
            </a:r>
            <a:r>
              <a:rPr lang="en-US" sz="1600" dirty="0"/>
              <a:t> base para AR/XR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XR Origin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Trackables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Helpers de </a:t>
            </a:r>
            <a:r>
              <a:rPr lang="en-US" sz="1600" dirty="0" err="1"/>
              <a:t>espaço</a:t>
            </a:r>
            <a:r>
              <a:rPr lang="en-US" sz="1600" dirty="0"/>
              <a:t> e </a:t>
            </a:r>
            <a:r>
              <a:rPr lang="en-US" sz="1600" dirty="0" err="1"/>
              <a:t>escala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05446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AA29E-56CF-4887-6286-D2E97CD7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0120286-0983-011D-4E23-5807C7AE6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13">
            <a:extLst>
              <a:ext uri="{FF2B5EF4-FFF2-40B4-BE49-F238E27FC236}">
                <a16:creationId xmlns:a16="http://schemas.microsoft.com/office/drawing/2014/main" id="{32AE514B-B7DD-DDEA-C70F-6B956ACF9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7C9CDA58-1EF6-A489-3F70-8131400DE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46C1EF-C92C-EA93-0A62-BB0D4BC3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Outros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Pacotes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DCDB5D0-1C0D-F575-2E16-C02B73481898}"/>
              </a:ext>
            </a:extLst>
          </p:cNvPr>
          <p:cNvSpPr txBox="1"/>
          <p:nvPr/>
        </p:nvSpPr>
        <p:spPr>
          <a:xfrm>
            <a:off x="6346889" y="178308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PACOTES DE REALIDADE VIRTUAL (RV)</a:t>
            </a:r>
          </a:p>
          <a:p>
            <a:pPr>
              <a:buNone/>
            </a:pPr>
            <a:r>
              <a:rPr lang="pt-BR" dirty="0"/>
              <a:t>Esses são focados em </a:t>
            </a:r>
            <a:r>
              <a:rPr lang="pt-BR" b="1" dirty="0"/>
              <a:t>óculos VR</a:t>
            </a:r>
            <a:r>
              <a:rPr lang="pt-BR" dirty="0"/>
              <a:t> 👇</a:t>
            </a:r>
          </a:p>
          <a:p>
            <a:pPr>
              <a:buNone/>
            </a:pPr>
            <a:r>
              <a:rPr lang="pt-BR" b="1" dirty="0"/>
              <a:t>🔹 Específicos de VR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XR Hands</a:t>
            </a:r>
            <a:br>
              <a:rPr lang="pt-BR" dirty="0"/>
            </a:br>
            <a:r>
              <a:rPr lang="pt-BR" dirty="0"/>
              <a:t>👉 Rastreamento de mãos (Meta Quest, Vision Pro, </a:t>
            </a:r>
            <a:r>
              <a:rPr lang="pt-BR" dirty="0" err="1"/>
              <a:t>etc</a:t>
            </a:r>
            <a:r>
              <a:rPr lang="pt-B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XR </a:t>
            </a:r>
            <a:r>
              <a:rPr lang="pt-BR" b="1" dirty="0" err="1"/>
              <a:t>Interaction</a:t>
            </a:r>
            <a:r>
              <a:rPr lang="pt-BR" b="1" dirty="0"/>
              <a:t> Toolkit</a:t>
            </a:r>
            <a:br>
              <a:rPr lang="pt-BR" dirty="0"/>
            </a:br>
            <a:r>
              <a:rPr lang="pt-BR" dirty="0"/>
              <a:t>👉 Interações em VR: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/>
              <a:t>Teleport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/>
              <a:t>Grab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Ray </a:t>
            </a:r>
            <a:r>
              <a:rPr lang="pt-BR" dirty="0" err="1"/>
              <a:t>Interactor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/>
              <a:t>Controllers</a:t>
            </a:r>
            <a:endParaRPr lang="pt-BR" dirty="0"/>
          </a:p>
          <a:p>
            <a:pPr>
              <a:buNone/>
            </a:pPr>
            <a:r>
              <a:rPr lang="pt-BR" dirty="0"/>
              <a:t>⚠️ </a:t>
            </a:r>
            <a:r>
              <a:rPr lang="pt-BR" b="1" dirty="0"/>
              <a:t>Não é obrigatório para AR com QR </a:t>
            </a:r>
            <a:r>
              <a:rPr lang="pt-BR" b="1" dirty="0" err="1"/>
              <a:t>Code</a:t>
            </a:r>
            <a:r>
              <a:rPr lang="pt-BR" b="1" dirty="0"/>
              <a:t> ou jogos de mesa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80407D-3FAF-E394-DE66-26071269D070}"/>
              </a:ext>
            </a:extLst>
          </p:cNvPr>
          <p:cNvSpPr txBox="1"/>
          <p:nvPr/>
        </p:nvSpPr>
        <p:spPr>
          <a:xfrm>
            <a:off x="838200" y="1783080"/>
            <a:ext cx="61304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✅ PACOTES QUE SERVEM PARA AR </a:t>
            </a:r>
            <a:r>
              <a:rPr lang="pt-BR" b="1" i="1" dirty="0"/>
              <a:t>E</a:t>
            </a:r>
            <a:r>
              <a:rPr lang="pt-BR" b="1" dirty="0"/>
              <a:t> VR (XR)</a:t>
            </a:r>
          </a:p>
          <a:p>
            <a:pPr>
              <a:buNone/>
            </a:pPr>
            <a:r>
              <a:rPr lang="pt-BR" dirty="0"/>
              <a:t>Esses são a </a:t>
            </a:r>
            <a:r>
              <a:rPr lang="pt-BR" b="1" dirty="0"/>
              <a:t>infraestrutura XR</a:t>
            </a:r>
            <a:r>
              <a:rPr lang="pt-BR" dirty="0"/>
              <a:t> 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/>
              <a:t>OpenXR</a:t>
            </a:r>
            <a:r>
              <a:rPr lang="pt-BR" b="1" dirty="0"/>
              <a:t> Plugin</a:t>
            </a:r>
            <a:br>
              <a:rPr lang="pt-BR" dirty="0"/>
            </a:br>
            <a:r>
              <a:rPr lang="pt-BR" dirty="0"/>
              <a:t>👉 Padrão moderno para AR/VR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Base para dispositivos XR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Necessário principalmente para VR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Unity </a:t>
            </a:r>
            <a:r>
              <a:rPr lang="pt-BR" b="1" dirty="0" err="1"/>
              <a:t>OpenXR</a:t>
            </a:r>
            <a:r>
              <a:rPr lang="pt-BR" b="1" dirty="0"/>
              <a:t> Android XR</a:t>
            </a:r>
            <a:br>
              <a:rPr lang="pt-BR" dirty="0"/>
            </a:br>
            <a:r>
              <a:rPr lang="pt-BR" dirty="0"/>
              <a:t>👉 Extensão </a:t>
            </a:r>
            <a:r>
              <a:rPr lang="pt-BR" dirty="0" err="1"/>
              <a:t>OpenXR</a:t>
            </a:r>
            <a:r>
              <a:rPr lang="pt-BR" dirty="0"/>
              <a:t> para Android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Mais usado em VR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AR geralmente </a:t>
            </a:r>
            <a:r>
              <a:rPr lang="pt-BR" b="1" dirty="0"/>
              <a:t>não precisa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XR Plugin Management</a:t>
            </a:r>
            <a:br>
              <a:rPr lang="pt-BR" dirty="0"/>
            </a:br>
            <a:r>
              <a:rPr lang="pt-BR" dirty="0"/>
              <a:t>👉 Gerencia qual XR está ativo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/>
              <a:t>ARCore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/>
              <a:t>ARKit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/>
              <a:t>OpenXR</a:t>
            </a:r>
            <a:endParaRPr lang="pt-BR" dirty="0"/>
          </a:p>
          <a:p>
            <a:pPr>
              <a:buNone/>
            </a:pPr>
            <a:r>
              <a:rPr lang="pt-BR" dirty="0"/>
              <a:t>📌 </a:t>
            </a:r>
            <a:r>
              <a:rPr lang="pt-BR" b="1" dirty="0"/>
              <a:t>Obrigatório ter</a:t>
            </a:r>
            <a:r>
              <a:rPr lang="pt-BR" dirty="0"/>
              <a:t>, mesmo que você use só AR</a:t>
            </a:r>
          </a:p>
        </p:txBody>
      </p:sp>
    </p:spTree>
    <p:extLst>
      <p:ext uri="{BB962C8B-B14F-4D97-AF65-F5344CB8AC3E}">
        <p14:creationId xmlns:p14="http://schemas.microsoft.com/office/powerpoint/2010/main" val="4044570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FAF8B-043A-120D-055D-FB4F4AA6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1C4D14-778F-2A9E-DA7A-E9CC0B55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13">
            <a:extLst>
              <a:ext uri="{FF2B5EF4-FFF2-40B4-BE49-F238E27FC236}">
                <a16:creationId xmlns:a16="http://schemas.microsoft.com/office/drawing/2014/main" id="{5E8102AA-344A-3585-4206-96408E8B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6B97CF49-6A75-1B7F-A5F4-A90644633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91717A-07A8-3B14-E88F-2D14F783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Pacotes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para testes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3C9C51-C9D7-0355-63A8-61BBAC27FB3A}"/>
              </a:ext>
            </a:extLst>
          </p:cNvPr>
          <p:cNvSpPr txBox="1"/>
          <p:nvPr/>
        </p:nvSpPr>
        <p:spPr>
          <a:xfrm>
            <a:off x="838200" y="164285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🧪 PACOTES DE SIMULAÇÃO / TESTE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XR </a:t>
            </a:r>
            <a:r>
              <a:rPr lang="pt-BR" b="1" dirty="0" err="1"/>
              <a:t>Simulation</a:t>
            </a:r>
            <a:r>
              <a:rPr lang="pt-BR" b="1" dirty="0"/>
              <a:t> </a:t>
            </a:r>
            <a:r>
              <a:rPr lang="pt-BR" b="1" dirty="0" err="1"/>
              <a:t>Environments</a:t>
            </a:r>
            <a:br>
              <a:rPr lang="pt-BR" dirty="0"/>
            </a:br>
            <a:r>
              <a:rPr lang="pt-BR" dirty="0"/>
              <a:t>👉 Simular AR no Editor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Útil para testes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❌ Não funciona como AR real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❌ Não substitui celular</a:t>
            </a:r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F6F9744C-6EAC-79CB-72A3-D3945ACDF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951" y="-77789"/>
            <a:ext cx="4782217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7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0833B0F0-7A35-F9D7-3D0F-208D57471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47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420C6D5-1C32-44E2-A0BD-B3BD544B8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2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26A2F9E8-BD1F-27AE-4A23-D85F31A41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3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618FFE-6BB8-C662-0485-A212C1AB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🔹 ETAPA 4 – Configurar a cena base de RA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E0DCE9-394E-06AD-473F-B9A78CC6BB83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AR Session no topo, controlando o rastreamento.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XR Origin no meio, definindo o sistema de coordenadas.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AR Camera na base, representando a câmera real do celular.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Texto branco sobre fundo azul&#10;&#10;O conteúdo gerado por IA pode estar incorreto.">
            <a:extLst>
              <a:ext uri="{FF2B5EF4-FFF2-40B4-BE49-F238E27FC236}">
                <a16:creationId xmlns:a16="http://schemas.microsoft.com/office/drawing/2014/main" id="{33661521-DF03-9671-5A70-22AE8C33D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15" y="650494"/>
            <a:ext cx="3553864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8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519DE94-A95D-ABDE-983B-50B0B8EE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 Explicativo: Linha 3">
            <a:extLst>
              <a:ext uri="{FF2B5EF4-FFF2-40B4-BE49-F238E27FC236}">
                <a16:creationId xmlns:a16="http://schemas.microsoft.com/office/drawing/2014/main" id="{6A93A1B9-EF4C-2405-F40A-F5F9ABEF88AD}"/>
              </a:ext>
            </a:extLst>
          </p:cNvPr>
          <p:cNvSpPr/>
          <p:nvPr/>
        </p:nvSpPr>
        <p:spPr>
          <a:xfrm>
            <a:off x="2915920" y="1432560"/>
            <a:ext cx="2529840" cy="1178560"/>
          </a:xfrm>
          <a:prstGeom prst="borderCallout1">
            <a:avLst>
              <a:gd name="adj1" fmla="val 18750"/>
              <a:gd name="adj2" fmla="val -8333"/>
              <a:gd name="adj3" fmla="val -16810"/>
              <a:gd name="adj4" fmla="val -616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Apague a Câmera</a:t>
            </a:r>
          </a:p>
        </p:txBody>
      </p:sp>
    </p:spTree>
    <p:extLst>
      <p:ext uri="{BB962C8B-B14F-4D97-AF65-F5344CB8AC3E}">
        <p14:creationId xmlns:p14="http://schemas.microsoft.com/office/powerpoint/2010/main" val="82073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Site">
            <a:extLst>
              <a:ext uri="{FF2B5EF4-FFF2-40B4-BE49-F238E27FC236}">
                <a16:creationId xmlns:a16="http://schemas.microsoft.com/office/drawing/2014/main" id="{022F9F88-5464-CFEE-3EFD-B0E5F5EBF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1144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77386947-8C98-DD85-118B-17E7CCC95F48}"/>
              </a:ext>
            </a:extLst>
          </p:cNvPr>
          <p:cNvSpPr/>
          <p:nvPr/>
        </p:nvSpPr>
        <p:spPr>
          <a:xfrm>
            <a:off x="2389239" y="6135328"/>
            <a:ext cx="668594" cy="4817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26F4AA07-75A9-9C0F-5418-A7D70E0BB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571" y="351995"/>
            <a:ext cx="3334215" cy="6154009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5D54D35-5570-AF75-23F1-90A2EE64BA9C}"/>
              </a:ext>
            </a:extLst>
          </p:cNvPr>
          <p:cNvSpPr/>
          <p:nvPr/>
        </p:nvSpPr>
        <p:spPr>
          <a:xfrm>
            <a:off x="2478577" y="3817797"/>
            <a:ext cx="668594" cy="4817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E22AD247-F98D-1A78-478D-BEE83730ED0B}"/>
              </a:ext>
            </a:extLst>
          </p:cNvPr>
          <p:cNvSpPr/>
          <p:nvPr/>
        </p:nvSpPr>
        <p:spPr>
          <a:xfrm>
            <a:off x="7849363" y="2325328"/>
            <a:ext cx="668594" cy="4817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192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Site">
            <a:extLst>
              <a:ext uri="{FF2B5EF4-FFF2-40B4-BE49-F238E27FC236}">
                <a16:creationId xmlns:a16="http://schemas.microsoft.com/office/drawing/2014/main" id="{BA27DBCC-99AF-04D2-068B-BAFDFD99B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98090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3EC207E-FD5E-F2C4-6B2E-506E541BEEFF}"/>
              </a:ext>
            </a:extLst>
          </p:cNvPr>
          <p:cNvSpPr txBox="1"/>
          <p:nvPr/>
        </p:nvSpPr>
        <p:spPr>
          <a:xfrm>
            <a:off x="108155" y="3490452"/>
            <a:ext cx="2674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Faça o mesmo caso use Android na </a:t>
            </a:r>
            <a:r>
              <a:rPr lang="pt-BR" dirty="0" err="1">
                <a:highlight>
                  <a:srgbClr val="FFFF00"/>
                </a:highlight>
              </a:rPr>
              <a:t>config</a:t>
            </a:r>
            <a:endParaRPr lang="pt-BR" dirty="0">
              <a:highlight>
                <a:srgbClr val="FFFF00"/>
              </a:highlight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9581765-F751-B038-C8D5-ACEC8BCF9FDC}"/>
              </a:ext>
            </a:extLst>
          </p:cNvPr>
          <p:cNvCxnSpPr/>
          <p:nvPr/>
        </p:nvCxnSpPr>
        <p:spPr>
          <a:xfrm>
            <a:off x="2851355" y="3932903"/>
            <a:ext cx="6676103" cy="1533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37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5EAE751-A453-706A-8F06-5B4699997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12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F8DD3CF-E7E5-0519-4B9F-7D623C28A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44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95D5663F-D517-382B-C680-18DCF05E4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207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Quadro 3">
            <a:extLst>
              <a:ext uri="{FF2B5EF4-FFF2-40B4-BE49-F238E27FC236}">
                <a16:creationId xmlns:a16="http://schemas.microsoft.com/office/drawing/2014/main" id="{EC734CF1-F0FA-1E62-4363-DE4D88B3E098}"/>
              </a:ext>
            </a:extLst>
          </p:cNvPr>
          <p:cNvSpPr/>
          <p:nvPr/>
        </p:nvSpPr>
        <p:spPr>
          <a:xfrm>
            <a:off x="182880" y="2997200"/>
            <a:ext cx="1635760" cy="101600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Texto Explicativo: Linha 4">
            <a:extLst>
              <a:ext uri="{FF2B5EF4-FFF2-40B4-BE49-F238E27FC236}">
                <a16:creationId xmlns:a16="http://schemas.microsoft.com/office/drawing/2014/main" id="{9A64ECE1-8C3C-54C1-9918-43954BFACE94}"/>
              </a:ext>
            </a:extLst>
          </p:cNvPr>
          <p:cNvSpPr/>
          <p:nvPr/>
        </p:nvSpPr>
        <p:spPr>
          <a:xfrm>
            <a:off x="2821858" y="3205316"/>
            <a:ext cx="3274142" cy="1759974"/>
          </a:xfrm>
          <a:prstGeom prst="borderCallout1">
            <a:avLst>
              <a:gd name="adj1" fmla="val 51152"/>
              <a:gd name="adj2" fmla="val -2129"/>
              <a:gd name="adj3" fmla="val 26467"/>
              <a:gd name="adj4" fmla="val -354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Importante para funcionar no Smartphone a câmera</a:t>
            </a:r>
          </a:p>
        </p:txBody>
      </p:sp>
    </p:spTree>
    <p:extLst>
      <p:ext uri="{BB962C8B-B14F-4D97-AF65-F5344CB8AC3E}">
        <p14:creationId xmlns:p14="http://schemas.microsoft.com/office/powerpoint/2010/main" val="1993001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EA882E2-3611-E2BA-2FF9-4C519880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Parabéns você configurou RA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F331D1-0E8F-083F-4149-F1BEB0317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048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479</Words>
  <Application>Microsoft Office PowerPoint</Application>
  <PresentationFormat>Widescreen</PresentationFormat>
  <Paragraphs>77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do Office</vt:lpstr>
      <vt:lpstr>Realidade Aumentada</vt:lpstr>
      <vt:lpstr>Conceitos básicos (muito importante)</vt:lpstr>
      <vt:lpstr>🔹 ETAPA 2 – Criar o projeto correto no Unity 6</vt:lpstr>
      <vt:lpstr>🔹 ETAPA 3 – Instalar os pacotes certos (fundilmental)</vt:lpstr>
      <vt:lpstr>Outros Pacotes</vt:lpstr>
      <vt:lpstr>Pacotes para testes</vt:lpstr>
      <vt:lpstr>Apresentação do PowerPoint</vt:lpstr>
      <vt:lpstr>Apresentação do PowerPoint</vt:lpstr>
      <vt:lpstr>Apresentação do PowerPoint</vt:lpstr>
      <vt:lpstr>🔹 ETAPA 4 – Configurar a cena base de 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Parabéns você configurou 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7</cp:revision>
  <dcterms:created xsi:type="dcterms:W3CDTF">2025-12-15T20:21:32Z</dcterms:created>
  <dcterms:modified xsi:type="dcterms:W3CDTF">2025-12-17T21:06:18Z</dcterms:modified>
</cp:coreProperties>
</file>