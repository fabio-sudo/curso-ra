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85" r:id="rId21"/>
    <p:sldId id="276" r:id="rId22"/>
    <p:sldId id="278" r:id="rId23"/>
    <p:sldId id="279" r:id="rId24"/>
    <p:sldId id="281" r:id="rId25"/>
    <p:sldId id="280" r:id="rId26"/>
    <p:sldId id="282" r:id="rId27"/>
    <p:sldId id="283" r:id="rId28"/>
    <p:sldId id="284" r:id="rId29"/>
    <p:sldId id="28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4DF7-6F87-42EC-9B11-F32F52A2F317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7DCF4-6131-4CB4-A2A6-975A04993A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57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59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2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8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8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7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588BE7-3F66-0F40-6DE1-2CC0511F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r>
              <a:rPr lang="pt-BR" dirty="0"/>
              <a:t>AR </a:t>
            </a:r>
            <a:r>
              <a:rPr lang="pt-BR" dirty="0" err="1"/>
              <a:t>markers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82DE51-A0D4-742B-7819-670C96A27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/>
            <a:r>
              <a:rPr lang="pt-BR" sz="2200"/>
              <a:t>Unity 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8B3F14-9308-DD6A-20A2-E99A93D2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5" y="1518920"/>
            <a:ext cx="6791396" cy="38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42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0C553-5AEB-B4B6-6C0B-86CD27342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Canvas</a:t>
            </a:r>
          </a:p>
        </p:txBody>
      </p:sp>
      <p:pic>
        <p:nvPicPr>
          <p:cNvPr id="5" name="Imagem 4" descr="Galinha hora do filme">
            <a:extLst>
              <a:ext uri="{FF2B5EF4-FFF2-40B4-BE49-F238E27FC236}">
                <a16:creationId xmlns:a16="http://schemas.microsoft.com/office/drawing/2014/main" id="{8EB13C7C-CEDE-3357-4F8F-729EEC005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920" y="243294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9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BA4C0-3B21-D8C7-8B2C-4B537AE8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Adicione o </a:t>
            </a:r>
            <a:r>
              <a:rPr lang="pt-BR" dirty="0" err="1"/>
              <a:t>prefab</a:t>
            </a:r>
            <a:r>
              <a:rPr lang="pt-BR" dirty="0"/>
              <a:t> do </a:t>
            </a:r>
            <a:r>
              <a:rPr lang="pt-BR" dirty="0" err="1"/>
              <a:t>canvas</a:t>
            </a:r>
            <a:br>
              <a:rPr lang="pt-BR" dirty="0"/>
            </a:br>
            <a:r>
              <a:rPr lang="pt-BR" dirty="0"/>
              <a:t>Se quiser customize com imagens e aparência</a:t>
            </a:r>
          </a:p>
        </p:txBody>
      </p:sp>
      <p:pic>
        <p:nvPicPr>
          <p:cNvPr id="5" name="Espaço Reservado para Conteúdo 4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A28F42ED-A517-7772-2621-D7CB21AF7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1716723"/>
            <a:ext cx="10653578" cy="4856797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07DD76B-988F-FB05-FC4D-42EC09CA9B6F}"/>
              </a:ext>
            </a:extLst>
          </p:cNvPr>
          <p:cNvSpPr/>
          <p:nvPr/>
        </p:nvSpPr>
        <p:spPr>
          <a:xfrm rot="8788026">
            <a:off x="2785808" y="4613951"/>
            <a:ext cx="579120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47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">
            <a:extLst>
              <a:ext uri="{FF2B5EF4-FFF2-40B4-BE49-F238E27FC236}">
                <a16:creationId xmlns:a16="http://schemas.microsoft.com/office/drawing/2014/main" id="{55D1C9AC-B6AE-77B7-79A5-6B389471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B321F7-4B47-798C-E487-EA4A68AA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31" y="2161747"/>
            <a:ext cx="6572382" cy="18434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600" dirty="0"/>
              <a:t>Scripts</a:t>
            </a:r>
            <a:br>
              <a:rPr lang="en-US" sz="6600" dirty="0"/>
            </a:br>
            <a:r>
              <a:rPr lang="en-US" sz="6600" dirty="0"/>
              <a:t>Rotate</a:t>
            </a:r>
          </a:p>
        </p:txBody>
      </p:sp>
      <p:pic>
        <p:nvPicPr>
          <p:cNvPr id="7" name="Graphic 6" descr="Documento">
            <a:extLst>
              <a:ext uri="{FF2B5EF4-FFF2-40B4-BE49-F238E27FC236}">
                <a16:creationId xmlns:a16="http://schemas.microsoft.com/office/drawing/2014/main" id="{EDA79577-B231-880D-DC14-C0F6D20E6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704" y="476835"/>
            <a:ext cx="5213229" cy="52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3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6D4C9-E2C3-D3DE-13DA-621F55F4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/>
              <a:t>event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0C9A5-955D-4338-FA06-F733AF89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Evento global: avisa quando um objeto AR foi criado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OnARObjectSpawned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170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24D20-6121-B882-53A8-7C0DAC5B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i="1" dirty="0" err="1"/>
              <a:t>event</a:t>
            </a:r>
            <a:r>
              <a:rPr lang="pt-BR" dirty="0"/>
              <a:t> no Unity?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B92AE-913D-C557-6DAB-7FB8D78B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/>
              <a:t>Um </a:t>
            </a:r>
            <a:r>
              <a:rPr lang="pt-BR" b="1" dirty="0" err="1"/>
              <a:t>event</a:t>
            </a:r>
            <a:r>
              <a:rPr lang="pt-BR" dirty="0"/>
              <a:t> é um mecanismo para </a:t>
            </a:r>
            <a:r>
              <a:rPr lang="pt-BR" b="1" dirty="0"/>
              <a:t>avisar outras partes do código que algo aconteceu</a:t>
            </a:r>
            <a:r>
              <a:rPr lang="pt-BR" dirty="0"/>
              <a:t>, </a:t>
            </a:r>
            <a:r>
              <a:rPr lang="pt-BR" b="1" dirty="0"/>
              <a:t>sem criar dependência direta</a:t>
            </a:r>
            <a:r>
              <a:rPr lang="pt-BR" dirty="0"/>
              <a:t> entre os scripts.</a:t>
            </a:r>
          </a:p>
          <a:p>
            <a:pPr>
              <a:buNone/>
            </a:pPr>
            <a:r>
              <a:rPr lang="pt-BR" dirty="0"/>
              <a:t>Em vez de um script ficar perguntando:</a:t>
            </a:r>
          </a:p>
          <a:p>
            <a:pPr>
              <a:buNone/>
            </a:pPr>
            <a:r>
              <a:rPr lang="pt-BR" dirty="0"/>
              <a:t>“o objeto já foi criado?”</a:t>
            </a:r>
            <a:br>
              <a:rPr lang="pt-BR" dirty="0"/>
            </a:br>
            <a:r>
              <a:rPr lang="pt-BR" dirty="0"/>
              <a:t>“já pode rotacionar?”</a:t>
            </a:r>
            <a:br>
              <a:rPr lang="pt-BR" dirty="0"/>
            </a:br>
            <a:r>
              <a:rPr lang="pt-BR" dirty="0"/>
              <a:t>“já pode mostrar UI?”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318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A2E8A-6C4A-F116-EE1E-93E417C6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44DA00-B3C7-28E9-DBF8-F72FD749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391462"/>
          </a:xfrm>
        </p:spPr>
        <p:txBody>
          <a:bodyPr/>
          <a:lstStyle/>
          <a:p>
            <a:r>
              <a:rPr lang="pt-BR" dirty="0"/>
              <a:t>Nosso objeto é criado na cena então para referencia-lo termos que usar uma abordagem via código para avisar a UI que ele foi criado e pegar sua referência com ajuda do Event que criamos agora pouco.</a:t>
            </a:r>
          </a:p>
        </p:txBody>
      </p:sp>
      <p:pic>
        <p:nvPicPr>
          <p:cNvPr id="5" name="Imagem 4" descr="Abelha Pare">
            <a:extLst>
              <a:ext uri="{FF2B5EF4-FFF2-40B4-BE49-F238E27FC236}">
                <a16:creationId xmlns:a16="http://schemas.microsoft.com/office/drawing/2014/main" id="{D07E89DC-0E45-E0B2-F8F6-702EF646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302" y="2848302"/>
            <a:ext cx="4009697" cy="400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03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6FEBCF-EBDF-F83A-13FC-9B90DDF6E5FD}"/>
              </a:ext>
            </a:extLst>
          </p:cNvPr>
          <p:cNvSpPr txBox="1"/>
          <p:nvPr/>
        </p:nvSpPr>
        <p:spPr>
          <a:xfrm>
            <a:off x="-1" y="0"/>
            <a:ext cx="894735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UnityEngine.XR.ARFoundation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ARTrackedImageHandler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ARTrackedImageManager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trackedImageManager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OnEnable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trackedImageManager.trackedImagesChanged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OnTrackedImagesChanged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OnDisable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trackedImageManager.trackedImagesChanged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OnTrackedImagesChanged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OnTrackedImagesChanged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ARTrackedImagesChangedEventArgs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Quando um novo </a:t>
            </a:r>
            <a:r>
              <a:rPr lang="pt-BR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marker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 detectado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args.added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trackedImage.transform.childCount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0)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spawnedObject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trackedImage.transform.GetChild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(0);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DISPARA O EVENTO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OnARObjectSpawned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Invoke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spawnedObject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A09DA50F-912C-99C0-5971-E5023048F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50" y="-12290"/>
            <a:ext cx="120031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8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3A4DA13-F8FA-4B25-205F-717D8E11F192}"/>
              </a:ext>
            </a:extLst>
          </p:cNvPr>
          <p:cNvSpPr txBox="1"/>
          <p:nvPr/>
        </p:nvSpPr>
        <p:spPr>
          <a:xfrm>
            <a:off x="0" y="292527"/>
            <a:ext cx="96257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ObjectRotator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rotationStep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15f;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OnEnable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SetModel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OnDisable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-=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SetModel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SetModel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newModel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newModel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"Objeto AR recebido pelo Canvas"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RotateLeft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modelObject.Rotate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(0f,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rotationStep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0f,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Space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.World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RotateRight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modelObject.Rotate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(0f, -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rotationStep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0f,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Space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.World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1DD5166B-1BC0-97E9-8310-70EA3E501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156" y="0"/>
            <a:ext cx="139084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4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B4E3DF6-3E26-28AD-9E6E-C5D54940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51A2D32-0437-5FBB-2D8A-34EDE079C58D}"/>
              </a:ext>
            </a:extLst>
          </p:cNvPr>
          <p:cNvSpPr/>
          <p:nvPr/>
        </p:nvSpPr>
        <p:spPr>
          <a:xfrm rot="19010905">
            <a:off x="9092633" y="4470400"/>
            <a:ext cx="640080" cy="741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EBF63CEC-7639-AEF1-93ED-93D416414E49}"/>
              </a:ext>
            </a:extLst>
          </p:cNvPr>
          <p:cNvSpPr/>
          <p:nvPr/>
        </p:nvSpPr>
        <p:spPr>
          <a:xfrm rot="19010905">
            <a:off x="8891072" y="3354438"/>
            <a:ext cx="640080" cy="741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BBDC21B-0760-0033-1017-36B9EE5B4B76}"/>
              </a:ext>
            </a:extLst>
          </p:cNvPr>
          <p:cNvSpPr/>
          <p:nvPr/>
        </p:nvSpPr>
        <p:spPr>
          <a:xfrm rot="13074323">
            <a:off x="1153084" y="1850103"/>
            <a:ext cx="640080" cy="741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Quadro 6">
            <a:extLst>
              <a:ext uri="{FF2B5EF4-FFF2-40B4-BE49-F238E27FC236}">
                <a16:creationId xmlns:a16="http://schemas.microsoft.com/office/drawing/2014/main" id="{34CE276F-F690-AF03-BAE7-EA2465A52BC8}"/>
              </a:ext>
            </a:extLst>
          </p:cNvPr>
          <p:cNvSpPr/>
          <p:nvPr/>
        </p:nvSpPr>
        <p:spPr>
          <a:xfrm>
            <a:off x="1681316" y="4906297"/>
            <a:ext cx="2576052" cy="1091380"/>
          </a:xfrm>
          <a:prstGeom prst="frame">
            <a:avLst>
              <a:gd name="adj1" fmla="val 4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90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3368B80-1E35-B870-0C74-50B48D0AA013}"/>
              </a:ext>
            </a:extLst>
          </p:cNvPr>
          <p:cNvSpPr txBox="1"/>
          <p:nvPr/>
        </p:nvSpPr>
        <p:spPr>
          <a:xfrm>
            <a:off x="196645" y="655479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🔄 Fluxo completo (passo a passo)</a:t>
            </a:r>
          </a:p>
          <a:p>
            <a:pPr>
              <a:buFont typeface="+mj-lt"/>
              <a:buAutoNum type="arabicPeriod"/>
            </a:pPr>
            <a:r>
              <a:rPr lang="pt-BR" dirty="0"/>
              <a:t>App inicia</a:t>
            </a:r>
          </a:p>
          <a:p>
            <a:pPr>
              <a:buFont typeface="+mj-lt"/>
              <a:buAutoNum type="arabicPeriod"/>
            </a:pPr>
            <a:r>
              <a:rPr lang="pt-BR" dirty="0"/>
              <a:t>Canvas + </a:t>
            </a:r>
            <a:r>
              <a:rPr lang="pt-BR" dirty="0" err="1"/>
              <a:t>ObjectRotator</a:t>
            </a:r>
            <a:r>
              <a:rPr lang="pt-BR" dirty="0"/>
              <a:t> já existem</a:t>
            </a:r>
          </a:p>
          <a:p>
            <a:pPr>
              <a:buFont typeface="+mj-lt"/>
              <a:buAutoNum type="arabicPeriod"/>
            </a:pPr>
            <a:r>
              <a:rPr lang="pt-BR" dirty="0" err="1"/>
              <a:t>Marker</a:t>
            </a:r>
            <a:r>
              <a:rPr lang="pt-BR" dirty="0"/>
              <a:t> aparece na câmera</a:t>
            </a:r>
          </a:p>
          <a:p>
            <a:pPr>
              <a:buFont typeface="+mj-lt"/>
              <a:buAutoNum type="arabicPeriod"/>
            </a:pPr>
            <a:r>
              <a:rPr lang="pt-BR" dirty="0" err="1"/>
              <a:t>ARFoundation</a:t>
            </a:r>
            <a:r>
              <a:rPr lang="pt-BR" dirty="0"/>
              <a:t> cria o </a:t>
            </a:r>
            <a:r>
              <a:rPr lang="pt-BR" dirty="0" err="1"/>
              <a:t>prefab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 err="1">
                <a:latin typeface="Courier New" panose="02070309020205020404" pitchFamily="49" charset="0"/>
              </a:rPr>
              <a:t>trackedImagesChanged</a:t>
            </a:r>
            <a:r>
              <a:rPr lang="pt-BR" dirty="0"/>
              <a:t> dispara</a:t>
            </a:r>
          </a:p>
          <a:p>
            <a:pPr>
              <a:buFont typeface="+mj-lt"/>
              <a:buAutoNum type="arabicPeriod"/>
            </a:pPr>
            <a:r>
              <a:rPr lang="pt-BR" dirty="0" err="1">
                <a:latin typeface="Courier New" panose="02070309020205020404" pitchFamily="49" charset="0"/>
              </a:rPr>
              <a:t>args.added</a:t>
            </a:r>
            <a:r>
              <a:rPr lang="pt-BR" dirty="0"/>
              <a:t> recebe o </a:t>
            </a:r>
            <a:r>
              <a:rPr lang="pt-BR" dirty="0" err="1"/>
              <a:t>marker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Você pega o filho (</a:t>
            </a:r>
            <a:r>
              <a:rPr lang="pt-BR" dirty="0" err="1"/>
              <a:t>prefab</a:t>
            </a:r>
            <a:r>
              <a:rPr lang="pt-BR" dirty="0"/>
              <a:t>)</a:t>
            </a:r>
          </a:p>
          <a:p>
            <a:pPr>
              <a:buFont typeface="+mj-lt"/>
              <a:buAutoNum type="arabicPeriod"/>
            </a:pPr>
            <a:r>
              <a:rPr lang="pt-BR" dirty="0"/>
              <a:t>Evento global é disparado</a:t>
            </a:r>
          </a:p>
          <a:p>
            <a:pPr>
              <a:buFont typeface="+mj-lt"/>
              <a:buAutoNum type="arabicPeriod"/>
            </a:pPr>
            <a:r>
              <a:rPr lang="pt-BR" dirty="0"/>
              <a:t>UI recebe a referência</a:t>
            </a:r>
          </a:p>
          <a:p>
            <a:pPr>
              <a:buFont typeface="+mj-lt"/>
              <a:buAutoNum type="arabicPeriod"/>
            </a:pPr>
            <a:r>
              <a:rPr lang="pt-BR" dirty="0"/>
              <a:t>Botões passam a funcionar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🏁 Por que essa abordagem é boa?</a:t>
            </a:r>
          </a:p>
          <a:p>
            <a:pPr>
              <a:buNone/>
            </a:pPr>
            <a:r>
              <a:rPr lang="pt-BR" dirty="0"/>
              <a:t>✔ Desacoplada</a:t>
            </a:r>
            <a:br>
              <a:rPr lang="pt-BR" dirty="0"/>
            </a:br>
            <a:r>
              <a:rPr lang="pt-BR" dirty="0"/>
              <a:t>✔ UI não depende do AR</a:t>
            </a:r>
            <a:br>
              <a:rPr lang="pt-BR" dirty="0"/>
            </a:br>
            <a:r>
              <a:rPr lang="pt-BR" dirty="0"/>
              <a:t>✔ AR não depende da UI</a:t>
            </a:r>
            <a:br>
              <a:rPr lang="pt-BR" dirty="0"/>
            </a:br>
            <a:r>
              <a:rPr lang="pt-BR" dirty="0"/>
              <a:t>✔ Fácil de expandir</a:t>
            </a:r>
            <a:br>
              <a:rPr lang="pt-BR" dirty="0"/>
            </a:br>
            <a:r>
              <a:rPr lang="pt-BR" dirty="0"/>
              <a:t>✔ Código limpo</a:t>
            </a:r>
          </a:p>
        </p:txBody>
      </p:sp>
      <p:pic>
        <p:nvPicPr>
          <p:cNvPr id="5" name="Imagem 4" descr="Boa, abelha">
            <a:extLst>
              <a:ext uri="{FF2B5EF4-FFF2-40B4-BE49-F238E27FC236}">
                <a16:creationId xmlns:a16="http://schemas.microsoft.com/office/drawing/2014/main" id="{DACDCB36-638A-CDFE-854C-B29040206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760"/>
            <a:ext cx="5191760" cy="51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06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F2D64-D5C1-90EF-024E-55103A94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9757E-B602-575E-2556-C7BA37B7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91" y="1573522"/>
            <a:ext cx="6572382" cy="30198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Scripts</a:t>
            </a:r>
            <a:br>
              <a:rPr lang="en-US" sz="4800" dirty="0"/>
            </a:br>
            <a:r>
              <a:rPr lang="en-US" sz="4800" dirty="0" err="1"/>
              <a:t>Informações</a:t>
            </a:r>
            <a:endParaRPr lang="en-US" sz="4800" dirty="0"/>
          </a:p>
        </p:txBody>
      </p:sp>
      <p:pic>
        <p:nvPicPr>
          <p:cNvPr id="7" name="Graphic 6" descr="Documento">
            <a:extLst>
              <a:ext uri="{FF2B5EF4-FFF2-40B4-BE49-F238E27FC236}">
                <a16:creationId xmlns:a16="http://schemas.microsoft.com/office/drawing/2014/main" id="{AB6D4B59-9522-1D25-6375-8E3C4DD0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704" y="476835"/>
            <a:ext cx="5213229" cy="52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99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16FA66-B958-3A21-91DF-D3AF705E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0A202D-D95F-0922-72CA-42BBA102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57" y="548640"/>
            <a:ext cx="4416552" cy="2250895"/>
          </a:xfrm>
        </p:spPr>
        <p:txBody>
          <a:bodyPr anchor="t">
            <a:normAutofit/>
          </a:bodyPr>
          <a:lstStyle/>
          <a:p>
            <a:r>
              <a:rPr lang="pt-BR" dirty="0"/>
              <a:t>Adicione </a:t>
            </a:r>
            <a:r>
              <a:rPr lang="pt-BR" dirty="0" err="1"/>
              <a:t>Popup</a:t>
            </a:r>
            <a:r>
              <a:rPr lang="pt-BR" dirty="0"/>
              <a:t> no nosso Game </a:t>
            </a:r>
            <a:r>
              <a:rPr lang="pt-BR" dirty="0" err="1"/>
              <a:t>Object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3A912-D38E-F85D-C1EB-F3BC682A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3167" y="548640"/>
            <a:ext cx="5687568" cy="2250896"/>
          </a:xfrm>
        </p:spPr>
        <p:txBody>
          <a:bodyPr>
            <a:normAutofit/>
          </a:bodyPr>
          <a:lstStyle/>
          <a:p>
            <a:r>
              <a:rPr lang="pt-BR" sz="1800"/>
              <a:t>Customize o Popup</a:t>
            </a:r>
          </a:p>
          <a:p>
            <a:r>
              <a:rPr lang="pt-BR" sz="1800"/>
              <a:t>Deixe o Desativado nós o ativaremos via UI</a:t>
            </a:r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7EA8920-22CC-84A6-97A5-19B85F0A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14" b="1"/>
          <a:stretch>
            <a:fillRect/>
          </a:stretch>
        </p:blipFill>
        <p:spPr>
          <a:xfrm>
            <a:off x="20" y="3121318"/>
            <a:ext cx="6071589" cy="3736682"/>
          </a:xfrm>
          <a:prstGeom prst="rect">
            <a:avLst/>
          </a:prstGeom>
        </p:spPr>
      </p:pic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0428A40-650B-F13E-9D60-261B967F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658" y="3105628"/>
            <a:ext cx="3722902" cy="344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0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DB35A9C-3B07-7615-B089-594EB887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9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AEF7-BAB1-B637-78A1-1123930F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Crie um script ele será nosso marcador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2F8FE-3976-57E7-8313-ADCB6A8D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132258"/>
          </a:xfrm>
        </p:spPr>
        <p:txBody>
          <a:bodyPr/>
          <a:lstStyle/>
          <a:p>
            <a:r>
              <a:rPr lang="pt-BR" dirty="0" err="1"/>
              <a:t>Fusebox</a:t>
            </a:r>
            <a:endParaRPr lang="pt-BR" dirty="0"/>
          </a:p>
          <a:p>
            <a:r>
              <a:rPr lang="pt-BR" dirty="0"/>
              <a:t> └─ </a:t>
            </a:r>
            <a:r>
              <a:rPr lang="pt-BR" dirty="0" err="1"/>
              <a:t>CanvasPopup</a:t>
            </a:r>
            <a:r>
              <a:rPr lang="pt-BR" dirty="0"/>
              <a:t>  👈 AQUI</a:t>
            </a:r>
          </a:p>
        </p:txBody>
      </p:sp>
      <p:pic>
        <p:nvPicPr>
          <p:cNvPr id="5" name="Imagem 4" descr="Placa branca com letras pretas&#10;&#10;O conteúdo gerado por IA pode estar incorreto.">
            <a:extLst>
              <a:ext uri="{FF2B5EF4-FFF2-40B4-BE49-F238E27FC236}">
                <a16:creationId xmlns:a16="http://schemas.microsoft.com/office/drawing/2014/main" id="{C5E4B48C-5875-DB05-89F9-151BE5CE2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735" y="0"/>
            <a:ext cx="1181265" cy="1314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5EDEF6C-C936-D830-904D-747BD035AE43}"/>
              </a:ext>
            </a:extLst>
          </p:cNvPr>
          <p:cNvSpPr txBox="1"/>
          <p:nvPr/>
        </p:nvSpPr>
        <p:spPr>
          <a:xfrm>
            <a:off x="612647" y="2882424"/>
            <a:ext cx="104978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ARPopup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Script marcador (não precisa de código)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800" dirty="0"/>
          </a:p>
        </p:txBody>
      </p:sp>
      <p:pic>
        <p:nvPicPr>
          <p:cNvPr id="9" name="Imagem 8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65945BF4-A655-8FE4-4B2E-F120EEC5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7" y="5624304"/>
            <a:ext cx="3134162" cy="781159"/>
          </a:xfrm>
          <a:prstGeom prst="rect">
            <a:avLst/>
          </a:prstGeom>
        </p:spPr>
      </p:pic>
      <p:pic>
        <p:nvPicPr>
          <p:cNvPr id="11" name="Imagem 10" descr="Tela de computador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8D694BF5-68C4-B0E1-7717-134A48FBA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52" y="3095100"/>
            <a:ext cx="4105848" cy="3762900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6B812B4B-9D82-EF6D-E176-2B7A83DE9D53}"/>
              </a:ext>
            </a:extLst>
          </p:cNvPr>
          <p:cNvCxnSpPr/>
          <p:nvPr/>
        </p:nvCxnSpPr>
        <p:spPr>
          <a:xfrm flipV="1">
            <a:off x="3464560" y="5892800"/>
            <a:ext cx="4592320" cy="233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11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B9A68-B3F2-45BE-7CE7-9FF9CF46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03" y="0"/>
            <a:ext cx="6350097" cy="743902"/>
          </a:xfrm>
        </p:spPr>
        <p:txBody>
          <a:bodyPr/>
          <a:lstStyle/>
          <a:p>
            <a:r>
              <a:rPr lang="pt-BR" dirty="0"/>
              <a:t>Script para exibir o </a:t>
            </a:r>
            <a:r>
              <a:rPr lang="pt-BR" dirty="0" err="1"/>
              <a:t>Popup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36E249-3AE7-41F7-862E-2F0FF5677E03}"/>
              </a:ext>
            </a:extLst>
          </p:cNvPr>
          <p:cNvSpPr txBox="1"/>
          <p:nvPr/>
        </p:nvSpPr>
        <p:spPr>
          <a:xfrm>
            <a:off x="376673" y="496129"/>
            <a:ext cx="8501855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ARPopupController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GameObject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OnEnable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OnDisable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popupComponent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arObject.GetComponentInChildren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popupComponent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popupComponent.gameObject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popup.SetActive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.LogWarning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ARPopup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não encontrado no objeto AR"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TogglePopup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popup.SetActive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(!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popup.activeSelf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AF30FC43-BB78-D46C-1C68-F20C9B61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51" y="5486209"/>
            <a:ext cx="124794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43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8D38D71-A1AC-69A2-ECF0-81215A04C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9187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9ACA5EB-C0D0-3E95-0F0C-FE160D2071A5}"/>
              </a:ext>
            </a:extLst>
          </p:cNvPr>
          <p:cNvCxnSpPr/>
          <p:nvPr/>
        </p:nvCxnSpPr>
        <p:spPr>
          <a:xfrm flipV="1">
            <a:off x="4013200" y="3789680"/>
            <a:ext cx="5527040" cy="1402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617346D9-F157-7F0F-D8A2-638F47DC0085}"/>
              </a:ext>
            </a:extLst>
          </p:cNvPr>
          <p:cNvCxnSpPr>
            <a:cxnSpLocks/>
          </p:cNvCxnSpPr>
          <p:nvPr/>
        </p:nvCxnSpPr>
        <p:spPr>
          <a:xfrm flipH="1" flipV="1">
            <a:off x="1101213" y="1666240"/>
            <a:ext cx="2438400" cy="3387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929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1574100-37A2-2CBB-44BA-F332F513A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A0F6960-2B02-0736-7953-CC5CC1A8590A}"/>
              </a:ext>
            </a:extLst>
          </p:cNvPr>
          <p:cNvSpPr/>
          <p:nvPr/>
        </p:nvSpPr>
        <p:spPr>
          <a:xfrm>
            <a:off x="8737600" y="4744720"/>
            <a:ext cx="731520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A867228-1F48-D7A2-2EB9-F38020DD9923}"/>
              </a:ext>
            </a:extLst>
          </p:cNvPr>
          <p:cNvSpPr/>
          <p:nvPr/>
        </p:nvSpPr>
        <p:spPr>
          <a:xfrm>
            <a:off x="3118465" y="3042920"/>
            <a:ext cx="731520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55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EA27BF3D-FE4A-4253-3A11-3947A0E3B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Quadro 3">
            <a:extLst>
              <a:ext uri="{FF2B5EF4-FFF2-40B4-BE49-F238E27FC236}">
                <a16:creationId xmlns:a16="http://schemas.microsoft.com/office/drawing/2014/main" id="{48167327-6A5F-FE37-88F9-7A2A4008C818}"/>
              </a:ext>
            </a:extLst>
          </p:cNvPr>
          <p:cNvSpPr/>
          <p:nvPr/>
        </p:nvSpPr>
        <p:spPr>
          <a:xfrm>
            <a:off x="0" y="578069"/>
            <a:ext cx="2364828" cy="1660634"/>
          </a:xfrm>
          <a:prstGeom prst="frame">
            <a:avLst>
              <a:gd name="adj1" fmla="val 36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52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83721-AED8-E23F-0ECA-ABD33D0E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Script UI sempre olhar para câmera </a:t>
            </a:r>
          </a:p>
        </p:txBody>
      </p:sp>
      <p:pic>
        <p:nvPicPr>
          <p:cNvPr id="5" name="Imagem 4" descr="Desenho de uma placa&#10;&#10;O conteúdo gerado por IA pode estar incorreto.">
            <a:extLst>
              <a:ext uri="{FF2B5EF4-FFF2-40B4-BE49-F238E27FC236}">
                <a16:creationId xmlns:a16="http://schemas.microsoft.com/office/drawing/2014/main" id="{E7E61D14-1648-D5BE-C211-E8022AC17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430" y="-22123"/>
            <a:ext cx="1209844" cy="147658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1E5D079-0B4F-A686-F312-ACDE6132C8E6}"/>
              </a:ext>
            </a:extLst>
          </p:cNvPr>
          <p:cNvSpPr txBox="1"/>
          <p:nvPr/>
        </p:nvSpPr>
        <p:spPr>
          <a:xfrm>
            <a:off x="612647" y="1454458"/>
            <a:ext cx="972105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ARBillboard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Camera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arCamera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Pega automaticamente a câmera principal do AR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arCamera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Camera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.main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LateUpdate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arCamera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Direção do </a:t>
            </a:r>
            <a:r>
              <a:rPr lang="pt-BR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até a câmera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Vector3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direction = transform.position - arCamera.transform.position;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Mantém o </a:t>
            </a:r>
            <a:r>
              <a:rPr lang="pt-BR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popup</a:t>
            </a:r>
            <a:r>
              <a:rPr lang="pt-B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olhando para a câmera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transform.rotation = </a:t>
            </a:r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Quaternion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.LookRotation(direction);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F2EBC1B9-18F5-C76C-980E-494C7884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5824" y="1794147"/>
            <a:ext cx="4598450" cy="1132258"/>
          </a:xfrm>
        </p:spPr>
        <p:txBody>
          <a:bodyPr/>
          <a:lstStyle/>
          <a:p>
            <a:r>
              <a:rPr lang="pt-BR" dirty="0"/>
              <a:t>Script</a:t>
            </a:r>
          </a:p>
          <a:p>
            <a:r>
              <a:rPr lang="pt-BR" dirty="0"/>
              <a:t> └─ </a:t>
            </a:r>
            <a:r>
              <a:rPr lang="pt-BR" dirty="0" err="1"/>
              <a:t>CanvasPopup</a:t>
            </a:r>
            <a:r>
              <a:rPr lang="pt-BR" dirty="0"/>
              <a:t>  👈 AQUI</a:t>
            </a:r>
          </a:p>
        </p:txBody>
      </p:sp>
    </p:spTree>
    <p:extLst>
      <p:ext uri="{BB962C8B-B14F-4D97-AF65-F5344CB8AC3E}">
        <p14:creationId xmlns:p14="http://schemas.microsoft.com/office/powerpoint/2010/main" val="3415644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">
            <a:extLst>
              <a:ext uri="{FF2B5EF4-FFF2-40B4-BE49-F238E27FC236}">
                <a16:creationId xmlns:a16="http://schemas.microsoft.com/office/drawing/2014/main" id="{8754EFDE-3986-4559-001B-CA9031BC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05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354B7-8BEC-BB52-82FD-2084AF16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0B7B6-20FD-4AB0-99EA-3D8C3CE3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91" y="1573522"/>
            <a:ext cx="6572382" cy="30198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Scripts</a:t>
            </a:r>
            <a:br>
              <a:rPr lang="en-US" sz="4800" dirty="0"/>
            </a:br>
            <a:r>
              <a:rPr lang="en-US" sz="4800" dirty="0"/>
              <a:t>Som</a:t>
            </a:r>
          </a:p>
        </p:txBody>
      </p:sp>
      <p:pic>
        <p:nvPicPr>
          <p:cNvPr id="7" name="Graphic 6" descr="Documento">
            <a:extLst>
              <a:ext uri="{FF2B5EF4-FFF2-40B4-BE49-F238E27FC236}">
                <a16:creationId xmlns:a16="http://schemas.microsoft.com/office/drawing/2014/main" id="{46CBB683-4950-4953-48B7-56CB50FCD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704" y="476835"/>
            <a:ext cx="5213229" cy="52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0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B9A10-AB76-4272-2391-3552C032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Adicione um </a:t>
            </a:r>
            <a:r>
              <a:rPr lang="pt-BR" dirty="0" err="1"/>
              <a:t>Empty</a:t>
            </a:r>
            <a:r>
              <a:rPr lang="pt-BR" dirty="0"/>
              <a:t> - </a:t>
            </a:r>
            <a:r>
              <a:rPr lang="pt-BR" dirty="0" err="1"/>
              <a:t>Audio</a:t>
            </a:r>
            <a:endParaRPr lang="pt-BR" dirty="0"/>
          </a:p>
        </p:txBody>
      </p:sp>
      <p:pic>
        <p:nvPicPr>
          <p:cNvPr id="5" name="Espaço Reservado para Conteúdo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521F8BA-5E2F-72FC-860E-6CD8B18D1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7" y="1716723"/>
            <a:ext cx="10749035" cy="4958704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131A943-9934-A182-7D11-02FCA71E9E6F}"/>
              </a:ext>
            </a:extLst>
          </p:cNvPr>
          <p:cNvCxnSpPr/>
          <p:nvPr/>
        </p:nvCxnSpPr>
        <p:spPr>
          <a:xfrm flipV="1">
            <a:off x="4582510" y="3342290"/>
            <a:ext cx="4508938" cy="194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B33DFD6-FF4A-6836-680B-8F4C4D2AC1F5}"/>
              </a:ext>
            </a:extLst>
          </p:cNvPr>
          <p:cNvCxnSpPr>
            <a:cxnSpLocks/>
          </p:cNvCxnSpPr>
          <p:nvPr/>
        </p:nvCxnSpPr>
        <p:spPr>
          <a:xfrm flipH="1" flipV="1">
            <a:off x="1356852" y="3028335"/>
            <a:ext cx="3146322" cy="2258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579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331DF-8331-7862-62A7-CF997E7B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Configurações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C5C07-0054-5FAE-362E-DFC9573B60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236" y="1716723"/>
            <a:ext cx="5293521" cy="459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772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esenho de uma placa&#10;&#10;O conteúdo gerado por IA pode estar incorreto.">
            <a:extLst>
              <a:ext uri="{FF2B5EF4-FFF2-40B4-BE49-F238E27FC236}">
                <a16:creationId xmlns:a16="http://schemas.microsoft.com/office/drawing/2014/main" id="{96A729F3-A463-B534-EEE0-17242396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525" y="0"/>
            <a:ext cx="1257475" cy="155279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1016B72-091F-02DA-163F-6808AF849CCB}"/>
              </a:ext>
            </a:extLst>
          </p:cNvPr>
          <p:cNvSpPr txBox="1"/>
          <p:nvPr/>
        </p:nvSpPr>
        <p:spPr>
          <a:xfrm>
            <a:off x="127819" y="83937"/>
            <a:ext cx="8298426" cy="6717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ARAudio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OnEnable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OnDisable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ARObjectEvents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.OnARObjectSpawned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OnObjectSpawned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Transform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arObject.GetComponentInChildren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audioSource.Stop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começa desligado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.LogWarning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não encontrado no objeto AR"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Chamado pelo botão do Canvas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ToggleAudio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audioSource.isPlaying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audioSource.Stop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audioSource.Play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5080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44F7B50-1764-710E-EF81-31E376EC1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682322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175DDDF-0475-9496-76D2-F49A5DEFA29A}"/>
              </a:ext>
            </a:extLst>
          </p:cNvPr>
          <p:cNvSpPr/>
          <p:nvPr/>
        </p:nvSpPr>
        <p:spPr>
          <a:xfrm rot="19774377">
            <a:off x="8776165" y="4031903"/>
            <a:ext cx="683172" cy="746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541ABC81-B39E-9C3B-1DEF-9D23BC887672}"/>
              </a:ext>
            </a:extLst>
          </p:cNvPr>
          <p:cNvSpPr/>
          <p:nvPr/>
        </p:nvSpPr>
        <p:spPr>
          <a:xfrm rot="13302618">
            <a:off x="1180747" y="1598420"/>
            <a:ext cx="683172" cy="746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24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B8DB7FF-E834-42DD-C765-488C4846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572"/>
            <a:ext cx="12192000" cy="6931572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7773C98-2110-0FA9-8FEE-859E3CDC2AE3}"/>
              </a:ext>
            </a:extLst>
          </p:cNvPr>
          <p:cNvSpPr/>
          <p:nvPr/>
        </p:nvSpPr>
        <p:spPr>
          <a:xfrm>
            <a:off x="8681545" y="3429000"/>
            <a:ext cx="830317" cy="8276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091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A3D7BDE5-5154-DD14-1547-B127ABE5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04C530A7-3323-1779-08CC-CFE27178E62C}"/>
              </a:ext>
            </a:extLst>
          </p:cNvPr>
          <p:cNvSpPr/>
          <p:nvPr/>
        </p:nvSpPr>
        <p:spPr>
          <a:xfrm rot="13343205" flipV="1">
            <a:off x="1341475" y="1863842"/>
            <a:ext cx="1621590" cy="1079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Hierarquia</a:t>
            </a:r>
          </a:p>
        </p:txBody>
      </p:sp>
    </p:spTree>
    <p:extLst>
      <p:ext uri="{BB962C8B-B14F-4D97-AF65-F5344CB8AC3E}">
        <p14:creationId xmlns:p14="http://schemas.microsoft.com/office/powerpoint/2010/main" val="312994872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990</Words>
  <Application>Microsoft Office PowerPoint</Application>
  <PresentationFormat>Widescreen</PresentationFormat>
  <Paragraphs>224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Aptos</vt:lpstr>
      <vt:lpstr>Arial</vt:lpstr>
      <vt:lpstr>Cascadia Mono</vt:lpstr>
      <vt:lpstr>Courier New</vt:lpstr>
      <vt:lpstr>Neue Haas Grotesk Text Pro</vt:lpstr>
      <vt:lpstr>VanillaVTI</vt:lpstr>
      <vt:lpstr>AR markers</vt:lpstr>
      <vt:lpstr>Canvas</vt:lpstr>
      <vt:lpstr>Adicione o prefab do canvas Se quiser customize com imagens e aparência</vt:lpstr>
      <vt:lpstr>Apresentação do PowerPoint</vt:lpstr>
      <vt:lpstr>Scripts Rotate</vt:lpstr>
      <vt:lpstr>Criando event</vt:lpstr>
      <vt:lpstr>O que é um event no Unity? </vt:lpstr>
      <vt:lpstr>Problema!</vt:lpstr>
      <vt:lpstr>Apresentação do PowerPoint</vt:lpstr>
      <vt:lpstr>Apresentação do PowerPoint</vt:lpstr>
      <vt:lpstr>Apresentação do PowerPoint</vt:lpstr>
      <vt:lpstr>Apresentação do PowerPoint</vt:lpstr>
      <vt:lpstr>Scripts Informações</vt:lpstr>
      <vt:lpstr>Adicione Popup no nosso Game Object</vt:lpstr>
      <vt:lpstr>Apresentação do PowerPoint</vt:lpstr>
      <vt:lpstr>Crie um script ele será nosso marcador</vt:lpstr>
      <vt:lpstr>Script para exibir o Popup</vt:lpstr>
      <vt:lpstr>Apresentação do PowerPoint</vt:lpstr>
      <vt:lpstr>Apresentação do PowerPoint</vt:lpstr>
      <vt:lpstr>Apresentação do PowerPoint</vt:lpstr>
      <vt:lpstr>Script UI sempre olhar para câmera </vt:lpstr>
      <vt:lpstr>Apresentação do PowerPoint</vt:lpstr>
      <vt:lpstr>Scripts Som</vt:lpstr>
      <vt:lpstr>Adicione um Empty - Audio</vt:lpstr>
      <vt:lpstr>Configurações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37</cp:revision>
  <dcterms:created xsi:type="dcterms:W3CDTF">2026-01-08T23:16:47Z</dcterms:created>
  <dcterms:modified xsi:type="dcterms:W3CDTF">2026-01-14T23:22:10Z</dcterms:modified>
</cp:coreProperties>
</file>