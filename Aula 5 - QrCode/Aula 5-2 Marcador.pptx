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44DF7-6F87-42EC-9B11-F32F52A2F317}" type="datetimeFigureOut">
              <a:rPr lang="pt-BR" smtClean="0"/>
              <a:t>12/01/2026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7DCF4-6131-4CB4-A2A6-975A04993A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57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7DCF4-6131-4CB4-A2A6-975A04993A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9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8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59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2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8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8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7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588BE7-3F66-0F40-6DE1-2CC0511F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r>
              <a:rPr lang="pt-BR" dirty="0"/>
              <a:t>AR </a:t>
            </a:r>
            <a:r>
              <a:rPr lang="pt-BR" dirty="0" err="1"/>
              <a:t>markers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82DE51-A0D4-742B-7819-670C96A27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/>
            <a:r>
              <a:rPr lang="pt-BR" sz="2200"/>
              <a:t>Unity 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8B3F14-9308-DD6A-20A2-E99A93D2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5" y="1518920"/>
            <a:ext cx="6791396" cy="382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42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D58CD-CA3A-8100-CE1B-E8F52579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torna um marcador AR bom?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C3A45-5BD1-DB65-26F2-908F05457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3259591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Um marcador AR deve atender aos seguintes requisitos:</a:t>
            </a:r>
          </a:p>
          <a:p>
            <a:r>
              <a:rPr lang="pt-BR" dirty="0"/>
              <a:t>O tamanho deve ser de pelo menos 300 x 300 pixels. (No entanto, os marcadores não precisam ser quadrados!).</a:t>
            </a:r>
          </a:p>
          <a:p>
            <a:r>
              <a:rPr lang="pt-BR" dirty="0"/>
              <a:t>O formato deve ser PNG ou JPG.</a:t>
            </a:r>
          </a:p>
          <a:p>
            <a:r>
              <a:rPr lang="pt-BR" dirty="0"/>
              <a:t>A imagem deve apresentar um forte contraste de valores de cor.</a:t>
            </a:r>
          </a:p>
          <a:p>
            <a:r>
              <a:rPr lang="pt-BR" dirty="0"/>
              <a:t>A imagem deve evitar padrões repetidos.</a:t>
            </a:r>
          </a:p>
          <a:p>
            <a:r>
              <a:rPr lang="pt-BR" b="1" dirty="0"/>
              <a:t>Observação:</a:t>
            </a:r>
            <a:r>
              <a:rPr lang="pt-BR" dirty="0"/>
              <a:t> a AR Foundation não usa informações de cor para detectar imagens, apenas tons de cinza, por isso é importante que os marcadores tenham bom contraste. Não há problema algum em ter marcadores coloridos para fins de design.</a:t>
            </a:r>
          </a:p>
        </p:txBody>
      </p:sp>
    </p:spTree>
    <p:extLst>
      <p:ext uri="{BB962C8B-B14F-4D97-AF65-F5344CB8AC3E}">
        <p14:creationId xmlns:p14="http://schemas.microsoft.com/office/powerpoint/2010/main" val="117055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525FA-77DA-7BBA-C467-2082B599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Referencia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19584C4-8CA5-A43D-8367-23F8D5CA9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 descr="Tela de computador">
            <a:extLst>
              <a:ext uri="{FF2B5EF4-FFF2-40B4-BE49-F238E27FC236}">
                <a16:creationId xmlns:a16="http://schemas.microsoft.com/office/drawing/2014/main" id="{C3F7DA9A-B634-AF85-FEAC-0A4520C18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560"/>
            <a:ext cx="12192000" cy="548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4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704905A-D744-E8E2-132F-64CC90EA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04C97A0-6BB3-21C6-DE42-54F7057212F2}"/>
              </a:ext>
            </a:extLst>
          </p:cNvPr>
          <p:cNvCxnSpPr/>
          <p:nvPr/>
        </p:nvCxnSpPr>
        <p:spPr>
          <a:xfrm flipV="1">
            <a:off x="893379" y="1797269"/>
            <a:ext cx="8092966" cy="3594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Quadro 6">
            <a:extLst>
              <a:ext uri="{FF2B5EF4-FFF2-40B4-BE49-F238E27FC236}">
                <a16:creationId xmlns:a16="http://schemas.microsoft.com/office/drawing/2014/main" id="{F9B91658-3BCF-546D-40B3-B78E6E8642E0}"/>
              </a:ext>
            </a:extLst>
          </p:cNvPr>
          <p:cNvSpPr/>
          <p:nvPr/>
        </p:nvSpPr>
        <p:spPr>
          <a:xfrm>
            <a:off x="8986344" y="1710813"/>
            <a:ext cx="3205655" cy="1109011"/>
          </a:xfrm>
          <a:prstGeom prst="frame">
            <a:avLst>
              <a:gd name="adj1" fmla="val 3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323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08BF4-9464-AD22-9264-F14C9951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AR </a:t>
            </a:r>
            <a:r>
              <a:rPr lang="pt-BR" dirty="0" err="1"/>
              <a:t>Tracked</a:t>
            </a:r>
            <a:r>
              <a:rPr lang="pt-BR" dirty="0"/>
              <a:t> </a:t>
            </a:r>
            <a:r>
              <a:rPr lang="pt-BR" dirty="0" err="1"/>
              <a:t>Image</a:t>
            </a:r>
            <a:r>
              <a:rPr lang="pt-BR" dirty="0"/>
              <a:t> Manager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CDFC6A-080D-5755-88C4-FF6762D7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1.</a:t>
            </a:r>
            <a:r>
              <a:rPr lang="pt-BR" dirty="0"/>
              <a:t> Na janela </a:t>
            </a:r>
            <a:r>
              <a:rPr lang="pt-BR" b="1" dirty="0" err="1"/>
              <a:t>Hierarchy</a:t>
            </a:r>
            <a:r>
              <a:rPr lang="pt-BR" dirty="0"/>
              <a:t> , selecione o </a:t>
            </a:r>
            <a:r>
              <a:rPr lang="pt-BR" dirty="0" err="1"/>
              <a:t>GameObject</a:t>
            </a:r>
            <a:r>
              <a:rPr lang="pt-BR" dirty="0"/>
              <a:t> </a:t>
            </a:r>
            <a:r>
              <a:rPr lang="pt-BR" b="1" dirty="0"/>
              <a:t>XR </a:t>
            </a:r>
            <a:r>
              <a:rPr lang="pt-BR" b="1" dirty="0" err="1"/>
              <a:t>Origin</a:t>
            </a:r>
            <a:r>
              <a:rPr lang="pt-BR" b="1" dirty="0"/>
              <a:t> (AR </a:t>
            </a:r>
            <a:r>
              <a:rPr lang="pt-BR" b="1" dirty="0" err="1"/>
              <a:t>Rig</a:t>
            </a:r>
            <a:r>
              <a:rPr lang="pt-BR" b="1" dirty="0"/>
              <a:t>) .</a:t>
            </a:r>
            <a:endParaRPr lang="pt-BR" dirty="0"/>
          </a:p>
          <a:p>
            <a:r>
              <a:rPr lang="pt-BR" b="1" dirty="0"/>
              <a:t>2.</a:t>
            </a:r>
            <a:r>
              <a:rPr lang="pt-BR" dirty="0"/>
              <a:t> Na janela </a:t>
            </a:r>
            <a:r>
              <a:rPr lang="pt-BR" b="1" dirty="0"/>
              <a:t>Inspector</a:t>
            </a:r>
            <a:r>
              <a:rPr lang="pt-BR" dirty="0"/>
              <a:t> , selecione </a:t>
            </a:r>
            <a:r>
              <a:rPr lang="pt-BR" b="1" dirty="0"/>
              <a:t>Adicionar Componente</a:t>
            </a:r>
            <a:r>
              <a:rPr lang="pt-BR" dirty="0"/>
              <a:t> e adicione um componente </a:t>
            </a:r>
            <a:r>
              <a:rPr lang="pt-BR" b="1" dirty="0"/>
              <a:t>AR </a:t>
            </a:r>
            <a:r>
              <a:rPr lang="pt-BR" b="1" dirty="0" err="1"/>
              <a:t>Tracked</a:t>
            </a:r>
            <a:r>
              <a:rPr lang="pt-BR" b="1" dirty="0"/>
              <a:t> </a:t>
            </a:r>
            <a:r>
              <a:rPr lang="pt-BR" b="1" dirty="0" err="1"/>
              <a:t>Image</a:t>
            </a:r>
            <a:r>
              <a:rPr lang="pt-BR" b="1" dirty="0"/>
              <a:t> Manager .</a:t>
            </a:r>
            <a:endParaRPr lang="pt-BR" dirty="0"/>
          </a:p>
          <a:p>
            <a:r>
              <a:rPr lang="pt-BR" b="1" dirty="0"/>
              <a:t>3.</a:t>
            </a:r>
            <a:r>
              <a:rPr lang="pt-BR" dirty="0"/>
              <a:t> Localize a propriedade </a:t>
            </a:r>
            <a:r>
              <a:rPr lang="pt-BR" b="1" dirty="0"/>
              <a:t>Biblioteca Serializada</a:t>
            </a:r>
            <a:r>
              <a:rPr lang="pt-BR" dirty="0"/>
              <a:t> e use o seletor (círculo) para selecionar o recurso </a:t>
            </a:r>
            <a:r>
              <a:rPr lang="pt-BR" dirty="0" err="1"/>
              <a:t>ReferenceImageLibrary</a:t>
            </a:r>
            <a:r>
              <a:rPr lang="pt-BR" dirty="0"/>
              <a:t> que você criou.</a:t>
            </a:r>
          </a:p>
          <a:p>
            <a:r>
              <a:rPr lang="pt-BR" b="1" dirty="0"/>
              <a:t>4.</a:t>
            </a:r>
            <a:r>
              <a:rPr lang="pt-BR" dirty="0"/>
              <a:t> Na janela </a:t>
            </a:r>
            <a:r>
              <a:rPr lang="pt-BR" b="1" dirty="0"/>
              <a:t>Projeto</a:t>
            </a:r>
            <a:r>
              <a:rPr lang="pt-BR" dirty="0"/>
              <a:t> , encontre o </a:t>
            </a:r>
            <a:r>
              <a:rPr lang="pt-BR" dirty="0" err="1"/>
              <a:t>prefab</a:t>
            </a:r>
            <a:r>
              <a:rPr lang="pt-BR" dirty="0"/>
              <a:t> selecionado na pasta </a:t>
            </a:r>
            <a:r>
              <a:rPr lang="pt-BR" b="1" dirty="0" err="1"/>
              <a:t>Assets</a:t>
            </a:r>
            <a:r>
              <a:rPr lang="pt-BR" dirty="0"/>
              <a:t> &gt; </a:t>
            </a:r>
            <a:r>
              <a:rPr lang="pt-BR" b="1" dirty="0"/>
              <a:t>_</a:t>
            </a:r>
            <a:r>
              <a:rPr lang="pt-BR" b="1" dirty="0" err="1"/>
              <a:t>ARMarker</a:t>
            </a:r>
            <a:r>
              <a:rPr lang="pt-BR" dirty="0"/>
              <a:t> &gt; </a:t>
            </a:r>
            <a:r>
              <a:rPr lang="pt-BR" b="1" dirty="0" err="1"/>
              <a:t>Prefabs</a:t>
            </a:r>
            <a:r>
              <a:rPr lang="pt-BR" dirty="0"/>
              <a:t> e arraste-o para a propriedade </a:t>
            </a:r>
            <a:r>
              <a:rPr lang="pt-BR" b="1" dirty="0" err="1"/>
              <a:t>Tracked</a:t>
            </a:r>
            <a:r>
              <a:rPr lang="pt-BR" b="1" dirty="0"/>
              <a:t> </a:t>
            </a:r>
            <a:r>
              <a:rPr lang="pt-BR" b="1" dirty="0" err="1"/>
              <a:t>Image</a:t>
            </a:r>
            <a:r>
              <a:rPr lang="pt-BR" b="1" dirty="0"/>
              <a:t> </a:t>
            </a:r>
            <a:r>
              <a:rPr lang="pt-BR" b="1" dirty="0" err="1"/>
              <a:t>Prefab</a:t>
            </a:r>
            <a:r>
              <a:rPr lang="pt-BR" dirty="0"/>
              <a:t> do componente AR </a:t>
            </a:r>
            <a:r>
              <a:rPr lang="pt-BR" dirty="0" err="1"/>
              <a:t>Tracked</a:t>
            </a:r>
            <a:r>
              <a:rPr lang="pt-BR" dirty="0"/>
              <a:t> </a:t>
            </a:r>
            <a:r>
              <a:rPr lang="pt-BR" dirty="0" err="1"/>
              <a:t>Image</a:t>
            </a:r>
            <a:r>
              <a:rPr lang="pt-BR" dirty="0"/>
              <a:t> Manager.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47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ícones&#10;&#10;O conteúdo gerado por IA pode estar incorreto.">
            <a:extLst>
              <a:ext uri="{FF2B5EF4-FFF2-40B4-BE49-F238E27FC236}">
                <a16:creationId xmlns:a16="http://schemas.microsoft.com/office/drawing/2014/main" id="{E9A3F731-15A6-602B-E004-1EF96F49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85071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A4AC5FC3-B0AC-A296-D630-9CA3F95EAAD4}"/>
              </a:ext>
            </a:extLst>
          </p:cNvPr>
          <p:cNvSpPr/>
          <p:nvPr/>
        </p:nvSpPr>
        <p:spPr>
          <a:xfrm>
            <a:off x="9049407" y="3429000"/>
            <a:ext cx="557048" cy="4598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BA2123F-9F0C-D7B4-3725-6BD3F8904C94}"/>
              </a:ext>
            </a:extLst>
          </p:cNvPr>
          <p:cNvSpPr/>
          <p:nvPr/>
        </p:nvSpPr>
        <p:spPr>
          <a:xfrm rot="13988982">
            <a:off x="1336000" y="1182330"/>
            <a:ext cx="557048" cy="4598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76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F63118C-2275-1214-6DFC-295B6D21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89" y="560525"/>
            <a:ext cx="4020111" cy="5363323"/>
          </a:xfrm>
          <a:prstGeom prst="rect">
            <a:avLst/>
          </a:prstGeom>
        </p:spPr>
      </p:pic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19CE031-1CB4-E7B9-426D-DB6150572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6" y="4067868"/>
            <a:ext cx="6620799" cy="1771897"/>
          </a:xfrm>
          <a:prstGeom prst="rect">
            <a:avLst/>
          </a:prstGeom>
        </p:spPr>
      </p:pic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BC691754-ED35-718E-57F0-E45F40BD8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38" y="560525"/>
            <a:ext cx="7628196" cy="1876687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4B4807A0-53E1-EF62-83A1-CD8E01B029D1}"/>
              </a:ext>
            </a:extLst>
          </p:cNvPr>
          <p:cNvCxnSpPr/>
          <p:nvPr/>
        </p:nvCxnSpPr>
        <p:spPr>
          <a:xfrm>
            <a:off x="6989379" y="1839310"/>
            <a:ext cx="2900855" cy="2795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FEFC1879-D7E6-9240-0ABC-5933E60571A6}"/>
              </a:ext>
            </a:extLst>
          </p:cNvPr>
          <p:cNvCxnSpPr/>
          <p:nvPr/>
        </p:nvCxnSpPr>
        <p:spPr>
          <a:xfrm flipV="1">
            <a:off x="4267200" y="5220929"/>
            <a:ext cx="5456903" cy="216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08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83B04-3266-7336-6624-28C562A0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Realize os Testes – Mude o </a:t>
            </a:r>
            <a:r>
              <a:rPr lang="pt-BR" dirty="0" err="1"/>
              <a:t>Prefab</a:t>
            </a:r>
            <a:r>
              <a:rPr lang="pt-BR" dirty="0"/>
              <a:t> </a:t>
            </a:r>
            <a:r>
              <a:rPr lang="pt-BR"/>
              <a:t>e Marcador</a:t>
            </a:r>
            <a:endParaRPr lang="pt-BR" dirty="0"/>
          </a:p>
        </p:txBody>
      </p:sp>
      <p:pic>
        <p:nvPicPr>
          <p:cNvPr id="5" name="Espaço Reservado para Conteúdo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F7345FF3-BC8E-60D2-7761-1FD1F4163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5689" y="1716088"/>
            <a:ext cx="8647885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41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9E941-9504-B5A1-BFEB-5D4E09DC0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Editar Simulação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BBEE8A-9C68-2845-CBD4-64724E646A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75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2D739-BBD5-A757-E9A7-4ACE2837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Default </a:t>
            </a:r>
            <a:r>
              <a:rPr lang="pt-BR" dirty="0" err="1"/>
              <a:t>Simulation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6D983-9447-DDFD-A8D5-CAF55AF47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2622788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1.</a:t>
            </a:r>
            <a:r>
              <a:rPr lang="pt-BR" dirty="0"/>
              <a:t> Vá para </a:t>
            </a:r>
            <a:r>
              <a:rPr lang="pt-BR" b="1" dirty="0"/>
              <a:t>Janela</a:t>
            </a:r>
            <a:r>
              <a:rPr lang="pt-BR" dirty="0"/>
              <a:t> &gt; </a:t>
            </a:r>
            <a:r>
              <a:rPr lang="pt-BR" b="1" dirty="0"/>
              <a:t>XR</a:t>
            </a:r>
            <a:r>
              <a:rPr lang="pt-BR" dirty="0"/>
              <a:t> &gt; </a:t>
            </a:r>
            <a:r>
              <a:rPr lang="pt-BR" b="1" dirty="0"/>
              <a:t>AR Foundation</a:t>
            </a:r>
            <a:r>
              <a:rPr lang="pt-BR" dirty="0"/>
              <a:t> &gt; </a:t>
            </a:r>
            <a:r>
              <a:rPr lang="pt-BR" b="1" dirty="0"/>
              <a:t>Ambiente XR</a:t>
            </a:r>
            <a:r>
              <a:rPr lang="pt-BR" dirty="0"/>
              <a:t> .</a:t>
            </a:r>
          </a:p>
          <a:p>
            <a:r>
              <a:rPr lang="pt-BR" dirty="0"/>
              <a:t>Isso abrirá uma janela especial </a:t>
            </a:r>
            <a:r>
              <a:rPr lang="pt-BR" b="1" dirty="0"/>
              <a:t>de visualização de cena</a:t>
            </a:r>
            <a:r>
              <a:rPr lang="pt-BR" dirty="0"/>
              <a:t> que permite </a:t>
            </a:r>
            <a:r>
              <a:rPr lang="pt-BR" dirty="0" err="1"/>
              <a:t>pré</a:t>
            </a:r>
            <a:r>
              <a:rPr lang="pt-BR" dirty="0"/>
              <a:t>-visualizar o </a:t>
            </a:r>
            <a:r>
              <a:rPr lang="pt-BR" dirty="0" err="1"/>
              <a:t>DefaultSimulationEnvironment</a:t>
            </a:r>
            <a:r>
              <a:rPr lang="pt-BR" dirty="0"/>
              <a:t>, mas não editá-lo. Para fazer alterações, você precisará criar uma duplicata do ambiente.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2. </a:t>
            </a:r>
            <a:r>
              <a:rPr lang="pt-BR" dirty="0"/>
              <a:t>Na barra de ferramentas </a:t>
            </a:r>
            <a:r>
              <a:rPr lang="pt-BR" b="1" dirty="0"/>
              <a:t>Ambiente XR</a:t>
            </a:r>
            <a:r>
              <a:rPr lang="pt-BR" dirty="0"/>
              <a:t> , selecione o botão </a:t>
            </a:r>
            <a:r>
              <a:rPr lang="pt-BR" b="1" dirty="0"/>
              <a:t>de criação de ambiente</a:t>
            </a:r>
            <a:r>
              <a:rPr lang="pt-BR" dirty="0"/>
              <a:t> no lado mais à direita e selecione </a:t>
            </a:r>
            <a:r>
              <a:rPr lang="pt-BR" b="1" dirty="0"/>
              <a:t>Duplicar ambiente</a:t>
            </a:r>
            <a:r>
              <a:rPr lang="pt-BR" dirty="0"/>
              <a:t> 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F48D8E3-B0DA-ACC7-06EA-CBB43B99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301" y="4661535"/>
            <a:ext cx="58769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579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CE2A5-4CA3-5D84-6AA0-912F4A9F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Ajustando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71F24-21D3-F8F0-2C78-9939A17B9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6387593" cy="4593828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3. </a:t>
            </a:r>
            <a:r>
              <a:rPr lang="pt-BR" dirty="0"/>
              <a:t>Quando solicitado, dê ao seu ambiente duplicado um nome adequado, como "</a:t>
            </a:r>
            <a:r>
              <a:rPr lang="pt-BR" dirty="0" err="1"/>
              <a:t>MeuAmbiente</a:t>
            </a:r>
            <a:r>
              <a:rPr lang="pt-BR" dirty="0"/>
              <a:t>", e salve-o na </a:t>
            </a:r>
            <a:r>
              <a:rPr lang="pt-BR" b="1" dirty="0"/>
              <a:t>pasta _</a:t>
            </a:r>
            <a:r>
              <a:rPr lang="pt-BR" b="1" dirty="0" err="1"/>
              <a:t>ARMarker</a:t>
            </a:r>
            <a:r>
              <a:rPr lang="pt-BR" b="1" dirty="0"/>
              <a:t> &gt; </a:t>
            </a:r>
            <a:r>
              <a:rPr lang="pt-BR" b="1" dirty="0" err="1"/>
              <a:t>Prefabs</a:t>
            </a:r>
            <a:r>
              <a:rPr lang="pt-BR" dirty="0"/>
              <a:t> .</a:t>
            </a:r>
          </a:p>
          <a:p>
            <a:r>
              <a:rPr lang="pt-BR" dirty="0"/>
              <a:t>O </a:t>
            </a:r>
            <a:r>
              <a:rPr lang="pt-BR" dirty="0" err="1"/>
              <a:t>DefaultSimulationEnvironment</a:t>
            </a:r>
            <a:r>
              <a:rPr lang="pt-BR" dirty="0"/>
              <a:t> (e todos os ambientes XR simulados) são, na verdade, </a:t>
            </a:r>
            <a:r>
              <a:rPr lang="pt-BR" dirty="0" err="1"/>
              <a:t>prefabs</a:t>
            </a:r>
            <a:r>
              <a:rPr lang="pt-BR" dirty="0"/>
              <a:t>. Assim que você salvar sua própria versão do ambiente, o modo de edição de </a:t>
            </a:r>
            <a:r>
              <a:rPr lang="pt-BR" dirty="0" err="1"/>
              <a:t>prefabs</a:t>
            </a:r>
            <a:r>
              <a:rPr lang="pt-BR" dirty="0"/>
              <a:t> será aberto automaticamente, permitindo que você faça alterações.</a:t>
            </a:r>
            <a:br>
              <a:rPr lang="pt-BR" dirty="0"/>
            </a:br>
            <a:br>
              <a:rPr lang="pt-BR" dirty="0"/>
            </a:br>
            <a:r>
              <a:rPr lang="pt-BR" b="1" dirty="0"/>
              <a:t>4. </a:t>
            </a:r>
            <a:r>
              <a:rPr lang="pt-BR" dirty="0"/>
              <a:t>Na janela </a:t>
            </a:r>
            <a:r>
              <a:rPr lang="pt-BR" b="1" dirty="0" err="1"/>
              <a:t>Hierarchy</a:t>
            </a:r>
            <a:r>
              <a:rPr lang="pt-BR" dirty="0"/>
              <a:t> , selecione o </a:t>
            </a:r>
            <a:r>
              <a:rPr lang="pt-BR" dirty="0" err="1"/>
              <a:t>GameObject</a:t>
            </a:r>
            <a:r>
              <a:rPr lang="pt-BR" dirty="0"/>
              <a:t> </a:t>
            </a:r>
            <a:r>
              <a:rPr lang="pt-BR" b="1" dirty="0" err="1"/>
              <a:t>Simulated</a:t>
            </a:r>
            <a:r>
              <a:rPr lang="pt-BR" b="1" dirty="0"/>
              <a:t> </a:t>
            </a:r>
            <a:r>
              <a:rPr lang="pt-BR" b="1" dirty="0" err="1"/>
              <a:t>Tracked</a:t>
            </a:r>
            <a:r>
              <a:rPr lang="pt-BR" b="1" dirty="0"/>
              <a:t> </a:t>
            </a:r>
            <a:r>
              <a:rPr lang="pt-BR" b="1" dirty="0" err="1"/>
              <a:t>Image</a:t>
            </a:r>
            <a:r>
              <a:rPr lang="pt-BR" dirty="0"/>
              <a:t> 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0058D8A-DD16-5287-77F7-D62FA3726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34368"/>
            <a:ext cx="4602480" cy="42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0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3228650-D5CD-911A-648E-9044B050A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63178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384</Words>
  <Application>Microsoft Office PowerPoint</Application>
  <PresentationFormat>Widescreen</PresentationFormat>
  <Paragraphs>24</Paragraphs>
  <Slides>12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Neue Haas Grotesk Text Pro</vt:lpstr>
      <vt:lpstr>VanillaVTI</vt:lpstr>
      <vt:lpstr>AR markers</vt:lpstr>
      <vt:lpstr>O que torna um marcador AR bom?</vt:lpstr>
      <vt:lpstr>Criando Referencia</vt:lpstr>
      <vt:lpstr>Apresentação do PowerPoint</vt:lpstr>
      <vt:lpstr>Criando AR Tracked Image Manager </vt:lpstr>
      <vt:lpstr>Apresentação do PowerPoint</vt:lpstr>
      <vt:lpstr>Apresentação do PowerPoint</vt:lpstr>
      <vt:lpstr>Realize os Testes – Mude o Prefab e Marcador</vt:lpstr>
      <vt:lpstr>Editar Simulação</vt:lpstr>
      <vt:lpstr>Default Simulation</vt:lpstr>
      <vt:lpstr>Ajustando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13</cp:revision>
  <dcterms:created xsi:type="dcterms:W3CDTF">2026-01-08T23:16:47Z</dcterms:created>
  <dcterms:modified xsi:type="dcterms:W3CDTF">2026-01-12T20:52:22Z</dcterms:modified>
</cp:coreProperties>
</file>