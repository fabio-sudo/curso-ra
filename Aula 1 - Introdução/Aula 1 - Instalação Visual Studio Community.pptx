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37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95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04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24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41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68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2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27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46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36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96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DA08-DFBB-4E99-9CAC-0345ADC07A77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2C1E6-5BAD-419A-B560-BC2565EF7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15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DA3B97-7DBF-5010-CEE6-C7B268AF5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61838"/>
            <a:ext cx="6959446" cy="1662475"/>
          </a:xfrm>
        </p:spPr>
        <p:txBody>
          <a:bodyPr>
            <a:normAutofit/>
          </a:bodyPr>
          <a:lstStyle/>
          <a:p>
            <a:r>
              <a:rPr lang="pt-BR" sz="4800"/>
              <a:t>Instalação Ferramentas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9723BD-9BAE-D7B0-2B54-E023C5818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</p:spPr>
        <p:txBody>
          <a:bodyPr>
            <a:normAutofit/>
          </a:bodyPr>
          <a:lstStyle/>
          <a:p>
            <a:r>
              <a:rPr lang="pt-BR" sz="2000"/>
              <a:t>Instalação Framework e IDE</a:t>
            </a:r>
          </a:p>
        </p:txBody>
      </p:sp>
    </p:spTree>
    <p:extLst>
      <p:ext uri="{BB962C8B-B14F-4D97-AF65-F5344CB8AC3E}">
        <p14:creationId xmlns:p14="http://schemas.microsoft.com/office/powerpoint/2010/main" val="84969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1AB5B0-263B-4251-A882-934C776FB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8ABF88-46E8-4029-AB46-E4771F47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593930E-DC99-4A6F-8D1B-FCB4393EC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9F599E6-CA6D-46B2-AA6A-CB51C9674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12B52D1-9634-439A-BF00-9A83528A2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DC62A16-3789-4407-98CB-FE9204C07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5B3E90E5-D147-40EE-A247-7E7FA76D9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4B6FABF9-7C96-401D-B639-971F46EFF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17ABAB0-8B6B-4191-9022-B4387F6B6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27EFFC-691E-43D3-A8B0-072BD810E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56C61FB-950E-48E2-9BA3-C08FB7277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9EE5CF75-7832-472F-9A10-C6940AE7B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25CB582-3404-4E8B-88DF-C913EA233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BD3AE87A-86BB-4608-98F3-F97A5FB3D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D3C04704-0E90-43BD-8C48-CB17683BF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00590DBF-511F-42DE-8D80-9DA44D4C4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92D85413-70BF-48F7-BA51-5CA843FD3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C4BC7756-F570-451B-A402-3667C0BB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BDAC7596-8288-4C88-849A-1AAD5FFD5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DBDDB9B0-48C6-4884-AE49-0CDC0770C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FE44F16A-C4EC-43CB-A4B0-05825FDB6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B1D66A51-8EB2-47CB-8909-5879319D8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E5A9A04F-DABB-442E-BFF9-C2A735C63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F13D60-AD74-7F4C-A0CC-9C06D3B8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795527"/>
            <a:ext cx="10488547" cy="1190912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chemeClr val="tx2"/>
                </a:solidFill>
              </a:rPr>
              <a:t>Framework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rgbClr val="2ACAF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96921A-9B6A-685E-1261-7B4813586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0" r="6993" b="-2"/>
          <a:stretch/>
        </p:blipFill>
        <p:spPr>
          <a:xfrm>
            <a:off x="1103257" y="2416047"/>
            <a:ext cx="4626864" cy="3346704"/>
          </a:xfrm>
          <a:prstGeom prst="rect">
            <a:avLst/>
          </a:prstGeom>
          <a:ln w="12700">
            <a:noFill/>
          </a:ln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E48554-F67B-FCE3-C117-A659B4961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703" y="2228850"/>
            <a:ext cx="5028928" cy="369966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rgbClr val="2ACAF6"/>
              </a:buClr>
            </a:pPr>
            <a:r>
              <a:rPr lang="pt-BR" sz="1100"/>
              <a:t>Na programação, um framework é um conjunto de códigos genéricos capaz de unir trechos de um projeto de desenvolvimento. </a:t>
            </a:r>
          </a:p>
          <a:p>
            <a:pPr>
              <a:lnSpc>
                <a:spcPct val="110000"/>
              </a:lnSpc>
              <a:buClr>
                <a:srgbClr val="2ACAF6"/>
              </a:buClr>
            </a:pPr>
            <a:endParaRPr lang="pt-BR" sz="1100"/>
          </a:p>
          <a:p>
            <a:pPr>
              <a:lnSpc>
                <a:spcPct val="110000"/>
              </a:lnSpc>
              <a:buClr>
                <a:srgbClr val="2ACAF6"/>
              </a:buClr>
            </a:pPr>
            <a:r>
              <a:rPr lang="pt-BR" sz="1100"/>
              <a:t>Ele funciona como uma peça de quebra cabeça capaz de se encaixar nos mais diversos lugares e conectar todos as linhas de código de uma maneira quase perfeita. </a:t>
            </a:r>
          </a:p>
          <a:p>
            <a:pPr>
              <a:lnSpc>
                <a:spcPct val="110000"/>
              </a:lnSpc>
              <a:buClr>
                <a:srgbClr val="2ACAF6"/>
              </a:buClr>
            </a:pPr>
            <a:endParaRPr lang="pt-BR" sz="1100"/>
          </a:p>
          <a:p>
            <a:pPr>
              <a:lnSpc>
                <a:spcPct val="110000"/>
              </a:lnSpc>
              <a:buClr>
                <a:srgbClr val="2ACAF6"/>
              </a:buClr>
            </a:pPr>
            <a:r>
              <a:rPr lang="pt-BR" sz="1100"/>
              <a:t>Por mais que seu funcionamento e aplicação pareçam simples, o </a:t>
            </a:r>
            <a:r>
              <a:rPr lang="pt-BR" sz="1100" err="1"/>
              <a:t>dev</a:t>
            </a:r>
            <a:r>
              <a:rPr lang="pt-BR" sz="1100"/>
              <a:t> precisa entender bem o tipo de framework que ele está usando ou usará em seu projeto.</a:t>
            </a:r>
          </a:p>
          <a:p>
            <a:pPr>
              <a:lnSpc>
                <a:spcPct val="110000"/>
              </a:lnSpc>
              <a:buClr>
                <a:srgbClr val="2ACAF6"/>
              </a:buClr>
            </a:pPr>
            <a:endParaRPr lang="pt-BR" sz="1100"/>
          </a:p>
          <a:p>
            <a:pPr>
              <a:lnSpc>
                <a:spcPct val="110000"/>
              </a:lnSpc>
              <a:buClr>
                <a:srgbClr val="2ACAF6"/>
              </a:buClr>
            </a:pPr>
            <a:r>
              <a:rPr lang="pt-BR" sz="1100"/>
              <a:t>Se a escolha for errada, o resultado pode ser contrário ao esperado e gerar um série de problemas que vão desde a construção de um código sujo até o mal funcionamento do projeto final.</a:t>
            </a:r>
          </a:p>
        </p:txBody>
      </p:sp>
    </p:spTree>
    <p:extLst>
      <p:ext uri="{BB962C8B-B14F-4D97-AF65-F5344CB8AC3E}">
        <p14:creationId xmlns:p14="http://schemas.microsoft.com/office/powerpoint/2010/main" val="324615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892DD75-0F21-4634-99B7-E84CA5367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F33740-2A83-42E8-A598-9AE61A3F0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899C82F-20B6-4E2D-AB9D-1713FB3E6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D89ADB3-2D4B-4770-A268-498E3840E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034FDD9-592C-44B5-BC27-2E924BF3B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4770B370-A883-43EB-9548-9F4DF8AFB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4352703-BD5E-41FD-B464-679A4C6B7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5030174A-A42D-4ECB-8A60-CF7D87327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8551ADF-F4C9-471C-B42F-D2D31E333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3A66B57-AB21-4F33-AA9A-B7EB77A1E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A1B8DCE-9DBF-48EC-85D4-5FC835815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2FA78DE-98F5-44CD-B9E3-7A5ED0ABC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3E719C3-D321-48DD-8374-FF3B01E3C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CA9A2902-2BBF-4AD3-BA2E-88A033E76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052E19B-E780-4BD7-AAE5-F0087C6DE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6318BCD-2E45-42B7-81DD-3D91924DD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F32B7AC7-D1A6-46B1-91B3-36A119862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04127CF-94AE-471B-AABC-7884E900E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0AB28A6D-6244-4B44-9B35-11BB6B8A1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220F393F-FEF8-4D1A-A959-F0EC20D65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F0CE6A4D-5C7D-460B-B2FD-8E85CD5AB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8A535C9C-6C1A-4BCF-BA51-CD74AA7E7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36530B88-C8C1-478A-B785-86E745DD5C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D198430-AAF0-03F9-EE71-FD1966B3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>
            <a:normAutofit/>
          </a:bodyPr>
          <a:lstStyle/>
          <a:p>
            <a:pPr algn="l"/>
            <a:r>
              <a:rPr lang="pt-BR" sz="3200" b="1">
                <a:solidFill>
                  <a:schemeClr val="tx2"/>
                </a:solidFill>
              </a:rPr>
              <a:t>IDE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89E08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031018-8352-8866-8CCC-C5D5B2702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33" r="2357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9C3B7D-8F25-5702-471C-E6FCCD1B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3268" y="1773238"/>
            <a:ext cx="4099607" cy="3678237"/>
          </a:xfrm>
        </p:spPr>
        <p:txBody>
          <a:bodyPr>
            <a:normAutofit/>
          </a:bodyPr>
          <a:lstStyle/>
          <a:p>
            <a:pPr>
              <a:buClr>
                <a:srgbClr val="F89E08"/>
              </a:buClr>
            </a:pPr>
            <a:r>
              <a:rPr lang="pt-BR" dirty="0"/>
              <a:t>IDE, do inglês </a:t>
            </a:r>
            <a:r>
              <a:rPr lang="pt-BR" dirty="0" err="1"/>
              <a:t>Integrated</a:t>
            </a:r>
            <a:r>
              <a:rPr lang="pt-BR" dirty="0"/>
              <a:t> </a:t>
            </a:r>
            <a:r>
              <a:rPr lang="pt-BR" dirty="0" err="1"/>
              <a:t>Development</a:t>
            </a:r>
            <a:r>
              <a:rPr lang="pt-BR" dirty="0"/>
              <a:t> </a:t>
            </a:r>
            <a:r>
              <a:rPr lang="pt-BR" dirty="0" err="1"/>
              <a:t>Environment</a:t>
            </a:r>
            <a:r>
              <a:rPr lang="pt-BR" dirty="0"/>
              <a:t> ou Ambiente de Desenvolvimento Integrado, é um programa de computador que reúne características e ferramentas de apoio ao desenvolvimento de software com o objetivo de agilizar este processo.</a:t>
            </a:r>
          </a:p>
        </p:txBody>
      </p:sp>
    </p:spTree>
    <p:extLst>
      <p:ext uri="{BB962C8B-B14F-4D97-AF65-F5344CB8AC3E}">
        <p14:creationId xmlns:p14="http://schemas.microsoft.com/office/powerpoint/2010/main" val="355063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EB929-665B-BD68-B7EA-27E0C25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256F63-ADC5-2FE3-4FB1-BB2EEB68FA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lnSpcReduction="10000"/>
          </a:bodyPr>
          <a:lstStyle/>
          <a:p>
            <a:r>
              <a:rPr lang="pt-BR" dirty="0"/>
              <a:t>IDE</a:t>
            </a:r>
          </a:p>
          <a:p>
            <a:r>
              <a:rPr lang="pt-BR" dirty="0"/>
              <a:t>Download Visual Studio Community.</a:t>
            </a:r>
          </a:p>
          <a:p>
            <a:r>
              <a:rPr lang="pt-BR" dirty="0"/>
              <a:t>https://visualstudio.microsoft.com/pt-br/vs/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F57E53-0766-1573-221F-32F3BEECBC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Framework</a:t>
            </a:r>
          </a:p>
          <a:p>
            <a:r>
              <a:rPr lang="pt-BR" dirty="0"/>
              <a:t>Utilizaremos o Net 6.0 e Net 7.0</a:t>
            </a:r>
          </a:p>
          <a:p>
            <a:r>
              <a:rPr lang="pt-BR" dirty="0"/>
              <a:t>Vamos aprender 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400" dirty="0"/>
              <a:t>C# Windows Forms, 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400" dirty="0"/>
              <a:t>Asp.Net Criação de API</a:t>
            </a:r>
          </a:p>
          <a:p>
            <a:pPr marL="400050" indent="-400050">
              <a:buFont typeface="+mj-lt"/>
              <a:buAutoNum type="romanUcPeriod"/>
            </a:pPr>
            <a:r>
              <a:rPr lang="pt-BR" sz="1400" dirty="0"/>
              <a:t>Dot.Net Maui Aplicações Mobiles.</a:t>
            </a:r>
          </a:p>
          <a:p>
            <a:pPr marL="400050" indent="-400050">
              <a:buFont typeface="+mj-lt"/>
              <a:buAutoNum type="romanUcPeriod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22734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7860A8-445C-67E5-4B93-D6F337F7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3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6458C2-7EB2-D269-7456-50C796E9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5811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CB9708-C445-4049-9D7F-4C8684E69A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14</TotalTime>
  <Words>207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Atlas</vt:lpstr>
      <vt:lpstr>Instalação Ferramentas</vt:lpstr>
      <vt:lpstr>Framework</vt:lpstr>
      <vt:lpstr>IDE</vt:lpstr>
      <vt:lpstr>Instalação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Instalação Ferramentas</dc:title>
  <dc:creator>Admin</dc:creator>
  <cp:lastModifiedBy>Fabio Henrique Trevezane</cp:lastModifiedBy>
  <cp:revision>4</cp:revision>
  <dcterms:created xsi:type="dcterms:W3CDTF">2022-12-06T11:32:47Z</dcterms:created>
  <dcterms:modified xsi:type="dcterms:W3CDTF">2025-03-10T21:44:54Z</dcterms:modified>
</cp:coreProperties>
</file>