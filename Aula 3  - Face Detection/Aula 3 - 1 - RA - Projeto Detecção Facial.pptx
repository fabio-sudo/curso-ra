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sldIdLst>
    <p:sldId id="256" r:id="rId2"/>
    <p:sldId id="257" r:id="rId3"/>
    <p:sldId id="258" r:id="rId4"/>
    <p:sldId id="259" r:id="rId5"/>
    <p:sldId id="260" r:id="rId6"/>
    <p:sldId id="261" r:id="rId7"/>
    <p:sldId id="262" r:id="rId8"/>
    <p:sldId id="263" r:id="rId9"/>
    <p:sldId id="266" r:id="rId10"/>
    <p:sldId id="264" r:id="rId11"/>
    <p:sldId id="265"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1" Type="http://schemas.openxmlformats.org/officeDocument/2006/relationships/hyperlink" Target="https://learn.unity.com/tutorial/66ed96ffedbc2a050349203a?courseId=6346b7e5edbc2a7caec0f8fc&amp;projectId=633b041bedbc2a6de5496294&amp;uv=2022.3"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learn.unity.com/tutorial/66ed96ffedbc2a050349203a?courseId=6346b7e5edbc2a7caec0f8fc&amp;projectId=633b041bedbc2a6de5496294&amp;uv=2022.3"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688D83-B68E-4E62-813B-83DCFE313D79}"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C4F0A978-6E52-4D05-A403-AC71A4BC779C}">
      <dgm:prSet/>
      <dgm:spPr/>
      <dgm:t>
        <a:bodyPr/>
        <a:lstStyle/>
        <a:p>
          <a:r>
            <a:rPr lang="pt-BR" b="1" i="0"/>
            <a:t>1.</a:t>
          </a:r>
          <a:r>
            <a:rPr lang="pt-BR" b="0" i="0"/>
            <a:t> Selecione </a:t>
          </a:r>
          <a:r>
            <a:rPr lang="pt-BR" b="1" i="0"/>
            <a:t>Arquivo</a:t>
          </a:r>
          <a:r>
            <a:rPr lang="pt-BR" b="0" i="0"/>
            <a:t> &gt; </a:t>
          </a:r>
          <a:r>
            <a:rPr lang="pt-BR" b="1" i="0"/>
            <a:t>Nova Cena</a:t>
          </a:r>
          <a:r>
            <a:rPr lang="pt-BR" b="0" i="0"/>
            <a:t> para </a:t>
          </a:r>
          <a:r>
            <a:rPr lang="pt-BR" b="0" i="0" u="sng">
              <a:hlinkClick xmlns:r="http://schemas.openxmlformats.org/officeDocument/2006/relationships" r:id="rId1"/>
            </a:rPr>
            <a:t>criar uma nova cena</a:t>
          </a:r>
          <a:r>
            <a:rPr lang="pt-BR" b="0" i="0"/>
            <a:t> a partir do modelo de RA.</a:t>
          </a:r>
          <a:endParaRPr lang="en-US"/>
        </a:p>
      </dgm:t>
    </dgm:pt>
    <dgm:pt modelId="{1C1B1610-BFF4-4027-8F0E-3131762EDBBA}" type="parTrans" cxnId="{CA93BA84-1BF0-497D-8452-B73378D0BD56}">
      <dgm:prSet/>
      <dgm:spPr/>
      <dgm:t>
        <a:bodyPr/>
        <a:lstStyle/>
        <a:p>
          <a:endParaRPr lang="en-US"/>
        </a:p>
      </dgm:t>
    </dgm:pt>
    <dgm:pt modelId="{4D0391B2-3181-4469-B31D-5D651FF1EE4E}" type="sibTrans" cxnId="{CA93BA84-1BF0-497D-8452-B73378D0BD56}">
      <dgm:prSet/>
      <dgm:spPr/>
      <dgm:t>
        <a:bodyPr/>
        <a:lstStyle/>
        <a:p>
          <a:endParaRPr lang="en-US"/>
        </a:p>
      </dgm:t>
    </dgm:pt>
    <dgm:pt modelId="{35B9C401-7B15-4F11-8E8D-CFE37EFBEE63}">
      <dgm:prSet/>
      <dgm:spPr/>
      <dgm:t>
        <a:bodyPr/>
        <a:lstStyle/>
        <a:p>
          <a:r>
            <a:rPr lang="pt-BR" b="1" i="0"/>
            <a:t>2.</a:t>
          </a:r>
          <a:r>
            <a:rPr lang="pt-BR" b="0" i="0"/>
            <a:t> Selecione </a:t>
          </a:r>
          <a:r>
            <a:rPr lang="pt-BR" b="1" i="0"/>
            <a:t>Arquivo</a:t>
          </a:r>
          <a:r>
            <a:rPr lang="pt-BR" b="0" i="0"/>
            <a:t> &gt; </a:t>
          </a:r>
          <a:r>
            <a:rPr lang="pt-BR" b="1" i="0"/>
            <a:t>Salvar como</a:t>
          </a:r>
          <a:r>
            <a:rPr lang="pt-BR" b="0" i="0"/>
            <a:t> e salve a cena como “InteractiveFilter” dentro da pasta </a:t>
          </a:r>
          <a:r>
            <a:rPr lang="pt-BR" b="1" i="0"/>
            <a:t>Cenas</a:t>
          </a:r>
          <a:r>
            <a:rPr lang="pt-BR" b="0" i="0"/>
            <a:t> .</a:t>
          </a:r>
          <a:endParaRPr lang="en-US"/>
        </a:p>
      </dgm:t>
    </dgm:pt>
    <dgm:pt modelId="{B18296C8-CC34-49C2-ADBA-379F508695DF}" type="parTrans" cxnId="{BF3A798E-E416-476E-AA2A-44E2BAFC1D2B}">
      <dgm:prSet/>
      <dgm:spPr/>
      <dgm:t>
        <a:bodyPr/>
        <a:lstStyle/>
        <a:p>
          <a:endParaRPr lang="en-US"/>
        </a:p>
      </dgm:t>
    </dgm:pt>
    <dgm:pt modelId="{246BFAD7-8A80-449E-847D-E774E9939338}" type="sibTrans" cxnId="{BF3A798E-E416-476E-AA2A-44E2BAFC1D2B}">
      <dgm:prSet/>
      <dgm:spPr/>
      <dgm:t>
        <a:bodyPr/>
        <a:lstStyle/>
        <a:p>
          <a:endParaRPr lang="en-US"/>
        </a:p>
      </dgm:t>
    </dgm:pt>
    <dgm:pt modelId="{A20633E4-A5A0-4FFA-990A-260BC17E0946}">
      <dgm:prSet/>
      <dgm:spPr/>
      <dgm:t>
        <a:bodyPr/>
        <a:lstStyle/>
        <a:p>
          <a:r>
            <a:rPr lang="pt-BR" b="1" i="0"/>
            <a:t>3.</a:t>
          </a:r>
          <a:r>
            <a:rPr lang="pt-BR" b="0" i="0"/>
            <a:t> Na janela </a:t>
          </a:r>
          <a:r>
            <a:rPr lang="pt-BR" b="1" i="0"/>
            <a:t>Hierarchy</a:t>
          </a:r>
          <a:r>
            <a:rPr lang="pt-BR" b="0" i="0"/>
            <a:t> , exclua o GameObject </a:t>
          </a:r>
          <a:r>
            <a:rPr lang="pt-BR" b="1" i="0"/>
            <a:t>Cube</a:t>
          </a:r>
          <a:r>
            <a:rPr lang="pt-BR" b="0" i="0"/>
            <a:t> .</a:t>
          </a:r>
          <a:endParaRPr lang="en-US"/>
        </a:p>
      </dgm:t>
    </dgm:pt>
    <dgm:pt modelId="{23EDF357-624E-4EF4-BB5E-6F3B4CE6ED64}" type="parTrans" cxnId="{339F9D8C-E4BE-4D0A-96D7-49F679545780}">
      <dgm:prSet/>
      <dgm:spPr/>
      <dgm:t>
        <a:bodyPr/>
        <a:lstStyle/>
        <a:p>
          <a:endParaRPr lang="en-US"/>
        </a:p>
      </dgm:t>
    </dgm:pt>
    <dgm:pt modelId="{1650F985-589B-4453-9199-72E43D9E77DC}" type="sibTrans" cxnId="{339F9D8C-E4BE-4D0A-96D7-49F679545780}">
      <dgm:prSet/>
      <dgm:spPr/>
      <dgm:t>
        <a:bodyPr/>
        <a:lstStyle/>
        <a:p>
          <a:endParaRPr lang="en-US"/>
        </a:p>
      </dgm:t>
    </dgm:pt>
    <dgm:pt modelId="{CAC5CACF-DA05-4966-B2A3-EBB19C388F1D}">
      <dgm:prSet/>
      <dgm:spPr/>
      <dgm:t>
        <a:bodyPr/>
        <a:lstStyle/>
        <a:p>
          <a:r>
            <a:rPr lang="pt-BR" b="1" i="0"/>
            <a:t>4.</a:t>
          </a:r>
          <a:r>
            <a:rPr lang="pt-BR" b="0" i="0"/>
            <a:t> Na janela </a:t>
          </a:r>
          <a:r>
            <a:rPr lang="pt-BR" b="1" i="0"/>
            <a:t>Hierarchy</a:t>
          </a:r>
          <a:r>
            <a:rPr lang="pt-BR" b="0" i="0"/>
            <a:t> , selecione o GameObject </a:t>
          </a:r>
          <a:r>
            <a:rPr lang="pt-BR" b="1" i="0"/>
            <a:t>Main Camera</a:t>
          </a:r>
          <a:r>
            <a:rPr lang="pt-BR" b="0" i="0"/>
            <a:t> (é um GameObject filho de </a:t>
          </a:r>
          <a:r>
            <a:rPr lang="pt-BR" b="1" i="0"/>
            <a:t>XR Origin (AR Rig)</a:t>
          </a:r>
          <a:r>
            <a:rPr lang="pt-BR" b="0" i="0"/>
            <a:t> ).</a:t>
          </a:r>
          <a:endParaRPr lang="en-US"/>
        </a:p>
      </dgm:t>
    </dgm:pt>
    <dgm:pt modelId="{900DF077-2057-4DB1-870A-90BBA9FE9687}" type="parTrans" cxnId="{587F585B-EF4B-4B59-A9BC-D1403F21A97B}">
      <dgm:prSet/>
      <dgm:spPr/>
      <dgm:t>
        <a:bodyPr/>
        <a:lstStyle/>
        <a:p>
          <a:endParaRPr lang="en-US"/>
        </a:p>
      </dgm:t>
    </dgm:pt>
    <dgm:pt modelId="{78E2B02D-15CB-49C0-8927-AF9571A514D0}" type="sibTrans" cxnId="{587F585B-EF4B-4B59-A9BC-D1403F21A97B}">
      <dgm:prSet/>
      <dgm:spPr/>
      <dgm:t>
        <a:bodyPr/>
        <a:lstStyle/>
        <a:p>
          <a:endParaRPr lang="en-US"/>
        </a:p>
      </dgm:t>
    </dgm:pt>
    <dgm:pt modelId="{BFA27D63-542C-45EE-812A-022AF1D733FD}">
      <dgm:prSet/>
      <dgm:spPr/>
      <dgm:t>
        <a:bodyPr/>
        <a:lstStyle/>
        <a:p>
          <a:r>
            <a:rPr lang="pt-BR" b="1" i="0"/>
            <a:t>5.</a:t>
          </a:r>
          <a:r>
            <a:rPr lang="pt-BR" b="0" i="0"/>
            <a:t> Na </a:t>
          </a:r>
          <a:r>
            <a:rPr lang="pt-BR" b="1" i="0"/>
            <a:t>janela Inspector</a:t>
          </a:r>
          <a:r>
            <a:rPr lang="pt-BR" b="0" i="0"/>
            <a:t> , localize o componente AR Camera Manager e defina a </a:t>
          </a:r>
          <a:r>
            <a:rPr lang="pt-BR" b="1" i="0"/>
            <a:t>direção de abertura</a:t>
          </a:r>
          <a:r>
            <a:rPr lang="pt-BR" b="0" i="0"/>
            <a:t> como </a:t>
          </a:r>
          <a:r>
            <a:rPr lang="pt-BR" b="1" i="0"/>
            <a:t>Usuário.</a:t>
          </a:r>
          <a:endParaRPr lang="en-US"/>
        </a:p>
      </dgm:t>
    </dgm:pt>
    <dgm:pt modelId="{0654D819-BC93-4483-BBCD-3506652895C8}" type="parTrans" cxnId="{4172F8EE-5272-44DB-9F0B-733C95D17BAB}">
      <dgm:prSet/>
      <dgm:spPr/>
      <dgm:t>
        <a:bodyPr/>
        <a:lstStyle/>
        <a:p>
          <a:endParaRPr lang="en-US"/>
        </a:p>
      </dgm:t>
    </dgm:pt>
    <dgm:pt modelId="{F477790F-C670-46EA-8673-176639F91682}" type="sibTrans" cxnId="{4172F8EE-5272-44DB-9F0B-733C95D17BAB}">
      <dgm:prSet/>
      <dgm:spPr/>
      <dgm:t>
        <a:bodyPr/>
        <a:lstStyle/>
        <a:p>
          <a:endParaRPr lang="en-US"/>
        </a:p>
      </dgm:t>
    </dgm:pt>
    <dgm:pt modelId="{81A313AC-9593-4F21-B0A4-F3830956FF82}" type="pres">
      <dgm:prSet presAssocID="{85688D83-B68E-4E62-813B-83DCFE313D79}" presName="Name0" presStyleCnt="0">
        <dgm:presLayoutVars>
          <dgm:dir/>
          <dgm:resizeHandles val="exact"/>
        </dgm:presLayoutVars>
      </dgm:prSet>
      <dgm:spPr/>
    </dgm:pt>
    <dgm:pt modelId="{62136C8D-D587-4F5B-85E2-49F8A86D94A0}" type="pres">
      <dgm:prSet presAssocID="{C4F0A978-6E52-4D05-A403-AC71A4BC779C}" presName="node" presStyleLbl="node1" presStyleIdx="0" presStyleCnt="5">
        <dgm:presLayoutVars>
          <dgm:bulletEnabled val="1"/>
        </dgm:presLayoutVars>
      </dgm:prSet>
      <dgm:spPr/>
    </dgm:pt>
    <dgm:pt modelId="{15FE9B58-0DAF-43E8-A222-D66B8FA18D5D}" type="pres">
      <dgm:prSet presAssocID="{4D0391B2-3181-4469-B31D-5D651FF1EE4E}" presName="sibTrans" presStyleLbl="sibTrans1D1" presStyleIdx="0" presStyleCnt="4"/>
      <dgm:spPr/>
    </dgm:pt>
    <dgm:pt modelId="{A52ADAAF-5FF3-4F54-9B17-67AF792E61A4}" type="pres">
      <dgm:prSet presAssocID="{4D0391B2-3181-4469-B31D-5D651FF1EE4E}" presName="connectorText" presStyleLbl="sibTrans1D1" presStyleIdx="0" presStyleCnt="4"/>
      <dgm:spPr/>
    </dgm:pt>
    <dgm:pt modelId="{11030AC8-67F1-4842-A250-759AE55A43A2}" type="pres">
      <dgm:prSet presAssocID="{35B9C401-7B15-4F11-8E8D-CFE37EFBEE63}" presName="node" presStyleLbl="node1" presStyleIdx="1" presStyleCnt="5">
        <dgm:presLayoutVars>
          <dgm:bulletEnabled val="1"/>
        </dgm:presLayoutVars>
      </dgm:prSet>
      <dgm:spPr/>
    </dgm:pt>
    <dgm:pt modelId="{F6456408-C681-4349-BD70-20A85FD582A9}" type="pres">
      <dgm:prSet presAssocID="{246BFAD7-8A80-449E-847D-E774E9939338}" presName="sibTrans" presStyleLbl="sibTrans1D1" presStyleIdx="1" presStyleCnt="4"/>
      <dgm:spPr/>
    </dgm:pt>
    <dgm:pt modelId="{494F8DF6-A79E-49B5-B0E8-8BC309A11AE8}" type="pres">
      <dgm:prSet presAssocID="{246BFAD7-8A80-449E-847D-E774E9939338}" presName="connectorText" presStyleLbl="sibTrans1D1" presStyleIdx="1" presStyleCnt="4"/>
      <dgm:spPr/>
    </dgm:pt>
    <dgm:pt modelId="{B4CCFA03-53B0-49D3-802E-8FCDD8AFDF6A}" type="pres">
      <dgm:prSet presAssocID="{A20633E4-A5A0-4FFA-990A-260BC17E0946}" presName="node" presStyleLbl="node1" presStyleIdx="2" presStyleCnt="5">
        <dgm:presLayoutVars>
          <dgm:bulletEnabled val="1"/>
        </dgm:presLayoutVars>
      </dgm:prSet>
      <dgm:spPr/>
    </dgm:pt>
    <dgm:pt modelId="{F37AE0A6-248C-416F-B2FA-AC856B7753FB}" type="pres">
      <dgm:prSet presAssocID="{1650F985-589B-4453-9199-72E43D9E77DC}" presName="sibTrans" presStyleLbl="sibTrans1D1" presStyleIdx="2" presStyleCnt="4"/>
      <dgm:spPr/>
    </dgm:pt>
    <dgm:pt modelId="{7BAE4589-5DCF-4B73-8190-0B3386444E4C}" type="pres">
      <dgm:prSet presAssocID="{1650F985-589B-4453-9199-72E43D9E77DC}" presName="connectorText" presStyleLbl="sibTrans1D1" presStyleIdx="2" presStyleCnt="4"/>
      <dgm:spPr/>
    </dgm:pt>
    <dgm:pt modelId="{F24E5E6F-8C5E-4B93-A574-41E93D4FE49D}" type="pres">
      <dgm:prSet presAssocID="{CAC5CACF-DA05-4966-B2A3-EBB19C388F1D}" presName="node" presStyleLbl="node1" presStyleIdx="3" presStyleCnt="5">
        <dgm:presLayoutVars>
          <dgm:bulletEnabled val="1"/>
        </dgm:presLayoutVars>
      </dgm:prSet>
      <dgm:spPr/>
    </dgm:pt>
    <dgm:pt modelId="{EE8A3623-0E20-4A8C-B879-C72C2EC5949A}" type="pres">
      <dgm:prSet presAssocID="{78E2B02D-15CB-49C0-8927-AF9571A514D0}" presName="sibTrans" presStyleLbl="sibTrans1D1" presStyleIdx="3" presStyleCnt="4"/>
      <dgm:spPr/>
    </dgm:pt>
    <dgm:pt modelId="{44788569-A185-40FB-9EEC-384216C3B51F}" type="pres">
      <dgm:prSet presAssocID="{78E2B02D-15CB-49C0-8927-AF9571A514D0}" presName="connectorText" presStyleLbl="sibTrans1D1" presStyleIdx="3" presStyleCnt="4"/>
      <dgm:spPr/>
    </dgm:pt>
    <dgm:pt modelId="{FD2486FA-DA20-49C4-9497-E33D3021EBE2}" type="pres">
      <dgm:prSet presAssocID="{BFA27D63-542C-45EE-812A-022AF1D733FD}" presName="node" presStyleLbl="node1" presStyleIdx="4" presStyleCnt="5">
        <dgm:presLayoutVars>
          <dgm:bulletEnabled val="1"/>
        </dgm:presLayoutVars>
      </dgm:prSet>
      <dgm:spPr/>
    </dgm:pt>
  </dgm:ptLst>
  <dgm:cxnLst>
    <dgm:cxn modelId="{72CB2A19-79B9-4B5E-BEAD-D729B7905AD9}" type="presOf" srcId="{4D0391B2-3181-4469-B31D-5D651FF1EE4E}" destId="{A52ADAAF-5FF3-4F54-9B17-67AF792E61A4}" srcOrd="1" destOrd="0" presId="urn:microsoft.com/office/officeart/2016/7/layout/RepeatingBendingProcessNew"/>
    <dgm:cxn modelId="{B17A8B1C-0EA5-444F-A817-2670A4C202DB}" type="presOf" srcId="{246BFAD7-8A80-449E-847D-E774E9939338}" destId="{F6456408-C681-4349-BD70-20A85FD582A9}" srcOrd="0" destOrd="0" presId="urn:microsoft.com/office/officeart/2016/7/layout/RepeatingBendingProcessNew"/>
    <dgm:cxn modelId="{5F48771E-7A4E-4C29-8EA6-363392472F9D}" type="presOf" srcId="{C4F0A978-6E52-4D05-A403-AC71A4BC779C}" destId="{62136C8D-D587-4F5B-85E2-49F8A86D94A0}" srcOrd="0" destOrd="0" presId="urn:microsoft.com/office/officeart/2016/7/layout/RepeatingBendingProcessNew"/>
    <dgm:cxn modelId="{F6C56821-C54A-4269-A804-7549EA8C1B75}" type="presOf" srcId="{CAC5CACF-DA05-4966-B2A3-EBB19C388F1D}" destId="{F24E5E6F-8C5E-4B93-A574-41E93D4FE49D}" srcOrd="0" destOrd="0" presId="urn:microsoft.com/office/officeart/2016/7/layout/RepeatingBendingProcessNew"/>
    <dgm:cxn modelId="{85845640-9344-42EA-AD80-65A16DF9E404}" type="presOf" srcId="{85688D83-B68E-4E62-813B-83DCFE313D79}" destId="{81A313AC-9593-4F21-B0A4-F3830956FF82}" srcOrd="0" destOrd="0" presId="urn:microsoft.com/office/officeart/2016/7/layout/RepeatingBendingProcessNew"/>
    <dgm:cxn modelId="{587F585B-EF4B-4B59-A9BC-D1403F21A97B}" srcId="{85688D83-B68E-4E62-813B-83DCFE313D79}" destId="{CAC5CACF-DA05-4966-B2A3-EBB19C388F1D}" srcOrd="3" destOrd="0" parTransId="{900DF077-2057-4DB1-870A-90BBA9FE9687}" sibTransId="{78E2B02D-15CB-49C0-8927-AF9571A514D0}"/>
    <dgm:cxn modelId="{5E571541-B10F-4C5A-8078-3F3ED24D0A2E}" type="presOf" srcId="{246BFAD7-8A80-449E-847D-E774E9939338}" destId="{494F8DF6-A79E-49B5-B0E8-8BC309A11AE8}" srcOrd="1" destOrd="0" presId="urn:microsoft.com/office/officeart/2016/7/layout/RepeatingBendingProcessNew"/>
    <dgm:cxn modelId="{44626270-5552-45BD-B5F8-10D8434B02B6}" type="presOf" srcId="{35B9C401-7B15-4F11-8E8D-CFE37EFBEE63}" destId="{11030AC8-67F1-4842-A250-759AE55A43A2}" srcOrd="0" destOrd="0" presId="urn:microsoft.com/office/officeart/2016/7/layout/RepeatingBendingProcessNew"/>
    <dgm:cxn modelId="{CA93BA84-1BF0-497D-8452-B73378D0BD56}" srcId="{85688D83-B68E-4E62-813B-83DCFE313D79}" destId="{C4F0A978-6E52-4D05-A403-AC71A4BC779C}" srcOrd="0" destOrd="0" parTransId="{1C1B1610-BFF4-4027-8F0E-3131762EDBBA}" sibTransId="{4D0391B2-3181-4469-B31D-5D651FF1EE4E}"/>
    <dgm:cxn modelId="{339F9D8C-E4BE-4D0A-96D7-49F679545780}" srcId="{85688D83-B68E-4E62-813B-83DCFE313D79}" destId="{A20633E4-A5A0-4FFA-990A-260BC17E0946}" srcOrd="2" destOrd="0" parTransId="{23EDF357-624E-4EF4-BB5E-6F3B4CE6ED64}" sibTransId="{1650F985-589B-4453-9199-72E43D9E77DC}"/>
    <dgm:cxn modelId="{BF3A798E-E416-476E-AA2A-44E2BAFC1D2B}" srcId="{85688D83-B68E-4E62-813B-83DCFE313D79}" destId="{35B9C401-7B15-4F11-8E8D-CFE37EFBEE63}" srcOrd="1" destOrd="0" parTransId="{B18296C8-CC34-49C2-ADBA-379F508695DF}" sibTransId="{246BFAD7-8A80-449E-847D-E774E9939338}"/>
    <dgm:cxn modelId="{A223C396-8BAF-4035-AD1A-3E3EA76BAD4E}" type="presOf" srcId="{A20633E4-A5A0-4FFA-990A-260BC17E0946}" destId="{B4CCFA03-53B0-49D3-802E-8FCDD8AFDF6A}" srcOrd="0" destOrd="0" presId="urn:microsoft.com/office/officeart/2016/7/layout/RepeatingBendingProcessNew"/>
    <dgm:cxn modelId="{68C8AEA3-E701-4D8B-A9FD-640ED4D93E8B}" type="presOf" srcId="{BFA27D63-542C-45EE-812A-022AF1D733FD}" destId="{FD2486FA-DA20-49C4-9497-E33D3021EBE2}" srcOrd="0" destOrd="0" presId="urn:microsoft.com/office/officeart/2016/7/layout/RepeatingBendingProcessNew"/>
    <dgm:cxn modelId="{4F996DC0-AA74-40BA-8DE6-195C46141F93}" type="presOf" srcId="{78E2B02D-15CB-49C0-8927-AF9571A514D0}" destId="{EE8A3623-0E20-4A8C-B879-C72C2EC5949A}" srcOrd="0" destOrd="0" presId="urn:microsoft.com/office/officeart/2016/7/layout/RepeatingBendingProcessNew"/>
    <dgm:cxn modelId="{44E298C4-E6AE-42F5-81A6-2B2A3F3EF40D}" type="presOf" srcId="{1650F985-589B-4453-9199-72E43D9E77DC}" destId="{7BAE4589-5DCF-4B73-8190-0B3386444E4C}" srcOrd="1" destOrd="0" presId="urn:microsoft.com/office/officeart/2016/7/layout/RepeatingBendingProcessNew"/>
    <dgm:cxn modelId="{0AA3EECC-01DD-4BAB-A1E7-9617B2E2B7B6}" type="presOf" srcId="{4D0391B2-3181-4469-B31D-5D651FF1EE4E}" destId="{15FE9B58-0DAF-43E8-A222-D66B8FA18D5D}" srcOrd="0" destOrd="0" presId="urn:microsoft.com/office/officeart/2016/7/layout/RepeatingBendingProcessNew"/>
    <dgm:cxn modelId="{445093D4-6DD8-4622-9746-82BF11F93DCB}" type="presOf" srcId="{78E2B02D-15CB-49C0-8927-AF9571A514D0}" destId="{44788569-A185-40FB-9EEC-384216C3B51F}" srcOrd="1" destOrd="0" presId="urn:microsoft.com/office/officeart/2016/7/layout/RepeatingBendingProcessNew"/>
    <dgm:cxn modelId="{E1F8AEE4-7946-4D0E-AFC2-9D14DDEE81D8}" type="presOf" srcId="{1650F985-589B-4453-9199-72E43D9E77DC}" destId="{F37AE0A6-248C-416F-B2FA-AC856B7753FB}" srcOrd="0" destOrd="0" presId="urn:microsoft.com/office/officeart/2016/7/layout/RepeatingBendingProcessNew"/>
    <dgm:cxn modelId="{4172F8EE-5272-44DB-9F0B-733C95D17BAB}" srcId="{85688D83-B68E-4E62-813B-83DCFE313D79}" destId="{BFA27D63-542C-45EE-812A-022AF1D733FD}" srcOrd="4" destOrd="0" parTransId="{0654D819-BC93-4483-BBCD-3506652895C8}" sibTransId="{F477790F-C670-46EA-8673-176639F91682}"/>
    <dgm:cxn modelId="{95039C11-5A50-4EC6-8BB2-041A62582F20}" type="presParOf" srcId="{81A313AC-9593-4F21-B0A4-F3830956FF82}" destId="{62136C8D-D587-4F5B-85E2-49F8A86D94A0}" srcOrd="0" destOrd="0" presId="urn:microsoft.com/office/officeart/2016/7/layout/RepeatingBendingProcessNew"/>
    <dgm:cxn modelId="{BBB6E4F1-B9E5-4656-BE27-536A55CBA320}" type="presParOf" srcId="{81A313AC-9593-4F21-B0A4-F3830956FF82}" destId="{15FE9B58-0DAF-43E8-A222-D66B8FA18D5D}" srcOrd="1" destOrd="0" presId="urn:microsoft.com/office/officeart/2016/7/layout/RepeatingBendingProcessNew"/>
    <dgm:cxn modelId="{050AAD4C-72F3-4DB2-A16E-077D01156295}" type="presParOf" srcId="{15FE9B58-0DAF-43E8-A222-D66B8FA18D5D}" destId="{A52ADAAF-5FF3-4F54-9B17-67AF792E61A4}" srcOrd="0" destOrd="0" presId="urn:microsoft.com/office/officeart/2016/7/layout/RepeatingBendingProcessNew"/>
    <dgm:cxn modelId="{8C629A05-3475-4E70-9F20-02C689A7742B}" type="presParOf" srcId="{81A313AC-9593-4F21-B0A4-F3830956FF82}" destId="{11030AC8-67F1-4842-A250-759AE55A43A2}" srcOrd="2" destOrd="0" presId="urn:microsoft.com/office/officeart/2016/7/layout/RepeatingBendingProcessNew"/>
    <dgm:cxn modelId="{5241060F-0476-454A-A65D-24EE7B434849}" type="presParOf" srcId="{81A313AC-9593-4F21-B0A4-F3830956FF82}" destId="{F6456408-C681-4349-BD70-20A85FD582A9}" srcOrd="3" destOrd="0" presId="urn:microsoft.com/office/officeart/2016/7/layout/RepeatingBendingProcessNew"/>
    <dgm:cxn modelId="{16F1F139-5D6D-4084-AB3B-53910810E591}" type="presParOf" srcId="{F6456408-C681-4349-BD70-20A85FD582A9}" destId="{494F8DF6-A79E-49B5-B0E8-8BC309A11AE8}" srcOrd="0" destOrd="0" presId="urn:microsoft.com/office/officeart/2016/7/layout/RepeatingBendingProcessNew"/>
    <dgm:cxn modelId="{CBE97C70-EA16-4C3A-81BE-D781423C3F7E}" type="presParOf" srcId="{81A313AC-9593-4F21-B0A4-F3830956FF82}" destId="{B4CCFA03-53B0-49D3-802E-8FCDD8AFDF6A}" srcOrd="4" destOrd="0" presId="urn:microsoft.com/office/officeart/2016/7/layout/RepeatingBendingProcessNew"/>
    <dgm:cxn modelId="{C0B530CB-0BA8-40BD-B433-90120B474469}" type="presParOf" srcId="{81A313AC-9593-4F21-B0A4-F3830956FF82}" destId="{F37AE0A6-248C-416F-B2FA-AC856B7753FB}" srcOrd="5" destOrd="0" presId="urn:microsoft.com/office/officeart/2016/7/layout/RepeatingBendingProcessNew"/>
    <dgm:cxn modelId="{56E5F9AD-D01E-4C0E-B1AA-29A45C70FEF0}" type="presParOf" srcId="{F37AE0A6-248C-416F-B2FA-AC856B7753FB}" destId="{7BAE4589-5DCF-4B73-8190-0B3386444E4C}" srcOrd="0" destOrd="0" presId="urn:microsoft.com/office/officeart/2016/7/layout/RepeatingBendingProcessNew"/>
    <dgm:cxn modelId="{7EF077FD-D775-4A12-AF8A-8074A7B3BD7C}" type="presParOf" srcId="{81A313AC-9593-4F21-B0A4-F3830956FF82}" destId="{F24E5E6F-8C5E-4B93-A574-41E93D4FE49D}" srcOrd="6" destOrd="0" presId="urn:microsoft.com/office/officeart/2016/7/layout/RepeatingBendingProcessNew"/>
    <dgm:cxn modelId="{0984077C-8D0B-4CA8-A489-0CF0B0FDBD13}" type="presParOf" srcId="{81A313AC-9593-4F21-B0A4-F3830956FF82}" destId="{EE8A3623-0E20-4A8C-B879-C72C2EC5949A}" srcOrd="7" destOrd="0" presId="urn:microsoft.com/office/officeart/2016/7/layout/RepeatingBendingProcessNew"/>
    <dgm:cxn modelId="{EE8B13BC-A60F-4F58-93D8-A67F924167B6}" type="presParOf" srcId="{EE8A3623-0E20-4A8C-B879-C72C2EC5949A}" destId="{44788569-A185-40FB-9EEC-384216C3B51F}" srcOrd="0" destOrd="0" presId="urn:microsoft.com/office/officeart/2016/7/layout/RepeatingBendingProcessNew"/>
    <dgm:cxn modelId="{11550A24-AE18-4FBE-8E60-6453919E5443}" type="presParOf" srcId="{81A313AC-9593-4F21-B0A4-F3830956FF82}" destId="{FD2486FA-DA20-49C4-9497-E33D3021EBE2}" srcOrd="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FE9B58-0DAF-43E8-A222-D66B8FA18D5D}">
      <dsp:nvSpPr>
        <dsp:cNvPr id="0" name=""/>
        <dsp:cNvSpPr/>
      </dsp:nvSpPr>
      <dsp:spPr>
        <a:xfrm>
          <a:off x="2017007" y="533786"/>
          <a:ext cx="411710" cy="91440"/>
        </a:xfrm>
        <a:custGeom>
          <a:avLst/>
          <a:gdLst/>
          <a:ahLst/>
          <a:cxnLst/>
          <a:rect l="0" t="0" r="0" b="0"/>
          <a:pathLst>
            <a:path>
              <a:moveTo>
                <a:pt x="0" y="45720"/>
              </a:moveTo>
              <a:lnTo>
                <a:pt x="411710"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11804" y="577292"/>
        <a:ext cx="22115" cy="4427"/>
      </dsp:txXfrm>
    </dsp:sp>
    <dsp:sp modelId="{62136C8D-D587-4F5B-85E2-49F8A86D94A0}">
      <dsp:nvSpPr>
        <dsp:cNvPr id="0" name=""/>
        <dsp:cNvSpPr/>
      </dsp:nvSpPr>
      <dsp:spPr>
        <a:xfrm>
          <a:off x="95719" y="2579"/>
          <a:ext cx="1923087" cy="1153852"/>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33" tIns="98914" rIns="94233" bIns="98914" numCol="1" spcCol="1270" anchor="ctr" anchorCtr="0">
          <a:noAutofit/>
        </a:bodyPr>
        <a:lstStyle/>
        <a:p>
          <a:pPr marL="0" lvl="0" indent="0" algn="ctr" defTabSz="533400">
            <a:lnSpc>
              <a:spcPct val="90000"/>
            </a:lnSpc>
            <a:spcBef>
              <a:spcPct val="0"/>
            </a:spcBef>
            <a:spcAft>
              <a:spcPct val="35000"/>
            </a:spcAft>
            <a:buNone/>
          </a:pPr>
          <a:r>
            <a:rPr lang="pt-BR" sz="1200" b="1" i="0" kern="1200"/>
            <a:t>1.</a:t>
          </a:r>
          <a:r>
            <a:rPr lang="pt-BR" sz="1200" b="0" i="0" kern="1200"/>
            <a:t> Selecione </a:t>
          </a:r>
          <a:r>
            <a:rPr lang="pt-BR" sz="1200" b="1" i="0" kern="1200"/>
            <a:t>Arquivo</a:t>
          </a:r>
          <a:r>
            <a:rPr lang="pt-BR" sz="1200" b="0" i="0" kern="1200"/>
            <a:t> &gt; </a:t>
          </a:r>
          <a:r>
            <a:rPr lang="pt-BR" sz="1200" b="1" i="0" kern="1200"/>
            <a:t>Nova Cena</a:t>
          </a:r>
          <a:r>
            <a:rPr lang="pt-BR" sz="1200" b="0" i="0" kern="1200"/>
            <a:t> para </a:t>
          </a:r>
          <a:r>
            <a:rPr lang="pt-BR" sz="1200" b="0" i="0" u="sng" kern="1200">
              <a:hlinkClick xmlns:r="http://schemas.openxmlformats.org/officeDocument/2006/relationships" r:id="rId1"/>
            </a:rPr>
            <a:t>criar uma nova cena</a:t>
          </a:r>
          <a:r>
            <a:rPr lang="pt-BR" sz="1200" b="0" i="0" kern="1200"/>
            <a:t> a partir do modelo de RA.</a:t>
          </a:r>
          <a:endParaRPr lang="en-US" sz="1200" kern="1200"/>
        </a:p>
      </dsp:txBody>
      <dsp:txXfrm>
        <a:off x="95719" y="2579"/>
        <a:ext cx="1923087" cy="1153852"/>
      </dsp:txXfrm>
    </dsp:sp>
    <dsp:sp modelId="{F6456408-C681-4349-BD70-20A85FD582A9}">
      <dsp:nvSpPr>
        <dsp:cNvPr id="0" name=""/>
        <dsp:cNvSpPr/>
      </dsp:nvSpPr>
      <dsp:spPr>
        <a:xfrm>
          <a:off x="1057263" y="1154632"/>
          <a:ext cx="2365398" cy="411710"/>
        </a:xfrm>
        <a:custGeom>
          <a:avLst/>
          <a:gdLst/>
          <a:ahLst/>
          <a:cxnLst/>
          <a:rect l="0" t="0" r="0" b="0"/>
          <a:pathLst>
            <a:path>
              <a:moveTo>
                <a:pt x="2365398" y="0"/>
              </a:moveTo>
              <a:lnTo>
                <a:pt x="2365398" y="222955"/>
              </a:lnTo>
              <a:lnTo>
                <a:pt x="0" y="222955"/>
              </a:lnTo>
              <a:lnTo>
                <a:pt x="0" y="41171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79802" y="1358273"/>
        <a:ext cx="120319" cy="4427"/>
      </dsp:txXfrm>
    </dsp:sp>
    <dsp:sp modelId="{11030AC8-67F1-4842-A250-759AE55A43A2}">
      <dsp:nvSpPr>
        <dsp:cNvPr id="0" name=""/>
        <dsp:cNvSpPr/>
      </dsp:nvSpPr>
      <dsp:spPr>
        <a:xfrm>
          <a:off x="2461117" y="2579"/>
          <a:ext cx="1923087" cy="1153852"/>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33" tIns="98914" rIns="94233" bIns="98914" numCol="1" spcCol="1270" anchor="ctr" anchorCtr="0">
          <a:noAutofit/>
        </a:bodyPr>
        <a:lstStyle/>
        <a:p>
          <a:pPr marL="0" lvl="0" indent="0" algn="ctr" defTabSz="533400">
            <a:lnSpc>
              <a:spcPct val="90000"/>
            </a:lnSpc>
            <a:spcBef>
              <a:spcPct val="0"/>
            </a:spcBef>
            <a:spcAft>
              <a:spcPct val="35000"/>
            </a:spcAft>
            <a:buNone/>
          </a:pPr>
          <a:r>
            <a:rPr lang="pt-BR" sz="1200" b="1" i="0" kern="1200"/>
            <a:t>2.</a:t>
          </a:r>
          <a:r>
            <a:rPr lang="pt-BR" sz="1200" b="0" i="0" kern="1200"/>
            <a:t> Selecione </a:t>
          </a:r>
          <a:r>
            <a:rPr lang="pt-BR" sz="1200" b="1" i="0" kern="1200"/>
            <a:t>Arquivo</a:t>
          </a:r>
          <a:r>
            <a:rPr lang="pt-BR" sz="1200" b="0" i="0" kern="1200"/>
            <a:t> &gt; </a:t>
          </a:r>
          <a:r>
            <a:rPr lang="pt-BR" sz="1200" b="1" i="0" kern="1200"/>
            <a:t>Salvar como</a:t>
          </a:r>
          <a:r>
            <a:rPr lang="pt-BR" sz="1200" b="0" i="0" kern="1200"/>
            <a:t> e salve a cena como “InteractiveFilter” dentro da pasta </a:t>
          </a:r>
          <a:r>
            <a:rPr lang="pt-BR" sz="1200" b="1" i="0" kern="1200"/>
            <a:t>Cenas</a:t>
          </a:r>
          <a:r>
            <a:rPr lang="pt-BR" sz="1200" b="0" i="0" kern="1200"/>
            <a:t> .</a:t>
          </a:r>
          <a:endParaRPr lang="en-US" sz="1200" kern="1200"/>
        </a:p>
      </dsp:txBody>
      <dsp:txXfrm>
        <a:off x="2461117" y="2579"/>
        <a:ext cx="1923087" cy="1153852"/>
      </dsp:txXfrm>
    </dsp:sp>
    <dsp:sp modelId="{F37AE0A6-248C-416F-B2FA-AC856B7753FB}">
      <dsp:nvSpPr>
        <dsp:cNvPr id="0" name=""/>
        <dsp:cNvSpPr/>
      </dsp:nvSpPr>
      <dsp:spPr>
        <a:xfrm>
          <a:off x="2017007" y="2129949"/>
          <a:ext cx="411710" cy="91440"/>
        </a:xfrm>
        <a:custGeom>
          <a:avLst/>
          <a:gdLst/>
          <a:ahLst/>
          <a:cxnLst/>
          <a:rect l="0" t="0" r="0" b="0"/>
          <a:pathLst>
            <a:path>
              <a:moveTo>
                <a:pt x="0" y="45720"/>
              </a:moveTo>
              <a:lnTo>
                <a:pt x="411710"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11804" y="2173455"/>
        <a:ext cx="22115" cy="4427"/>
      </dsp:txXfrm>
    </dsp:sp>
    <dsp:sp modelId="{B4CCFA03-53B0-49D3-802E-8FCDD8AFDF6A}">
      <dsp:nvSpPr>
        <dsp:cNvPr id="0" name=""/>
        <dsp:cNvSpPr/>
      </dsp:nvSpPr>
      <dsp:spPr>
        <a:xfrm>
          <a:off x="95719" y="1598742"/>
          <a:ext cx="1923087" cy="1153852"/>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33" tIns="98914" rIns="94233" bIns="98914" numCol="1" spcCol="1270" anchor="ctr" anchorCtr="0">
          <a:noAutofit/>
        </a:bodyPr>
        <a:lstStyle/>
        <a:p>
          <a:pPr marL="0" lvl="0" indent="0" algn="ctr" defTabSz="533400">
            <a:lnSpc>
              <a:spcPct val="90000"/>
            </a:lnSpc>
            <a:spcBef>
              <a:spcPct val="0"/>
            </a:spcBef>
            <a:spcAft>
              <a:spcPct val="35000"/>
            </a:spcAft>
            <a:buNone/>
          </a:pPr>
          <a:r>
            <a:rPr lang="pt-BR" sz="1200" b="1" i="0" kern="1200"/>
            <a:t>3.</a:t>
          </a:r>
          <a:r>
            <a:rPr lang="pt-BR" sz="1200" b="0" i="0" kern="1200"/>
            <a:t> Na janela </a:t>
          </a:r>
          <a:r>
            <a:rPr lang="pt-BR" sz="1200" b="1" i="0" kern="1200"/>
            <a:t>Hierarchy</a:t>
          </a:r>
          <a:r>
            <a:rPr lang="pt-BR" sz="1200" b="0" i="0" kern="1200"/>
            <a:t> , exclua o GameObject </a:t>
          </a:r>
          <a:r>
            <a:rPr lang="pt-BR" sz="1200" b="1" i="0" kern="1200"/>
            <a:t>Cube</a:t>
          </a:r>
          <a:r>
            <a:rPr lang="pt-BR" sz="1200" b="0" i="0" kern="1200"/>
            <a:t> .</a:t>
          </a:r>
          <a:endParaRPr lang="en-US" sz="1200" kern="1200"/>
        </a:p>
      </dsp:txBody>
      <dsp:txXfrm>
        <a:off x="95719" y="1598742"/>
        <a:ext cx="1923087" cy="1153852"/>
      </dsp:txXfrm>
    </dsp:sp>
    <dsp:sp modelId="{EE8A3623-0E20-4A8C-B879-C72C2EC5949A}">
      <dsp:nvSpPr>
        <dsp:cNvPr id="0" name=""/>
        <dsp:cNvSpPr/>
      </dsp:nvSpPr>
      <dsp:spPr>
        <a:xfrm>
          <a:off x="1057263" y="2750795"/>
          <a:ext cx="2365398" cy="411710"/>
        </a:xfrm>
        <a:custGeom>
          <a:avLst/>
          <a:gdLst/>
          <a:ahLst/>
          <a:cxnLst/>
          <a:rect l="0" t="0" r="0" b="0"/>
          <a:pathLst>
            <a:path>
              <a:moveTo>
                <a:pt x="2365398" y="0"/>
              </a:moveTo>
              <a:lnTo>
                <a:pt x="2365398" y="222955"/>
              </a:lnTo>
              <a:lnTo>
                <a:pt x="0" y="222955"/>
              </a:lnTo>
              <a:lnTo>
                <a:pt x="0" y="41171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79802" y="2954436"/>
        <a:ext cx="120319" cy="4427"/>
      </dsp:txXfrm>
    </dsp:sp>
    <dsp:sp modelId="{F24E5E6F-8C5E-4B93-A574-41E93D4FE49D}">
      <dsp:nvSpPr>
        <dsp:cNvPr id="0" name=""/>
        <dsp:cNvSpPr/>
      </dsp:nvSpPr>
      <dsp:spPr>
        <a:xfrm>
          <a:off x="2461117" y="1598742"/>
          <a:ext cx="1923087" cy="1153852"/>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33" tIns="98914" rIns="94233" bIns="98914" numCol="1" spcCol="1270" anchor="ctr" anchorCtr="0">
          <a:noAutofit/>
        </a:bodyPr>
        <a:lstStyle/>
        <a:p>
          <a:pPr marL="0" lvl="0" indent="0" algn="ctr" defTabSz="533400">
            <a:lnSpc>
              <a:spcPct val="90000"/>
            </a:lnSpc>
            <a:spcBef>
              <a:spcPct val="0"/>
            </a:spcBef>
            <a:spcAft>
              <a:spcPct val="35000"/>
            </a:spcAft>
            <a:buNone/>
          </a:pPr>
          <a:r>
            <a:rPr lang="pt-BR" sz="1200" b="1" i="0" kern="1200"/>
            <a:t>4.</a:t>
          </a:r>
          <a:r>
            <a:rPr lang="pt-BR" sz="1200" b="0" i="0" kern="1200"/>
            <a:t> Na janela </a:t>
          </a:r>
          <a:r>
            <a:rPr lang="pt-BR" sz="1200" b="1" i="0" kern="1200"/>
            <a:t>Hierarchy</a:t>
          </a:r>
          <a:r>
            <a:rPr lang="pt-BR" sz="1200" b="0" i="0" kern="1200"/>
            <a:t> , selecione o GameObject </a:t>
          </a:r>
          <a:r>
            <a:rPr lang="pt-BR" sz="1200" b="1" i="0" kern="1200"/>
            <a:t>Main Camera</a:t>
          </a:r>
          <a:r>
            <a:rPr lang="pt-BR" sz="1200" b="0" i="0" kern="1200"/>
            <a:t> (é um GameObject filho de </a:t>
          </a:r>
          <a:r>
            <a:rPr lang="pt-BR" sz="1200" b="1" i="0" kern="1200"/>
            <a:t>XR Origin (AR Rig)</a:t>
          </a:r>
          <a:r>
            <a:rPr lang="pt-BR" sz="1200" b="0" i="0" kern="1200"/>
            <a:t> ).</a:t>
          </a:r>
          <a:endParaRPr lang="en-US" sz="1200" kern="1200"/>
        </a:p>
      </dsp:txBody>
      <dsp:txXfrm>
        <a:off x="2461117" y="1598742"/>
        <a:ext cx="1923087" cy="1153852"/>
      </dsp:txXfrm>
    </dsp:sp>
    <dsp:sp modelId="{FD2486FA-DA20-49C4-9497-E33D3021EBE2}">
      <dsp:nvSpPr>
        <dsp:cNvPr id="0" name=""/>
        <dsp:cNvSpPr/>
      </dsp:nvSpPr>
      <dsp:spPr>
        <a:xfrm>
          <a:off x="95719" y="3194905"/>
          <a:ext cx="1923087" cy="1153852"/>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4233" tIns="98914" rIns="94233" bIns="98914" numCol="1" spcCol="1270" anchor="ctr" anchorCtr="0">
          <a:noAutofit/>
        </a:bodyPr>
        <a:lstStyle/>
        <a:p>
          <a:pPr marL="0" lvl="0" indent="0" algn="ctr" defTabSz="533400">
            <a:lnSpc>
              <a:spcPct val="90000"/>
            </a:lnSpc>
            <a:spcBef>
              <a:spcPct val="0"/>
            </a:spcBef>
            <a:spcAft>
              <a:spcPct val="35000"/>
            </a:spcAft>
            <a:buNone/>
          </a:pPr>
          <a:r>
            <a:rPr lang="pt-BR" sz="1200" b="1" i="0" kern="1200"/>
            <a:t>5.</a:t>
          </a:r>
          <a:r>
            <a:rPr lang="pt-BR" sz="1200" b="0" i="0" kern="1200"/>
            <a:t> Na </a:t>
          </a:r>
          <a:r>
            <a:rPr lang="pt-BR" sz="1200" b="1" i="0" kern="1200"/>
            <a:t>janela Inspector</a:t>
          </a:r>
          <a:r>
            <a:rPr lang="pt-BR" sz="1200" b="0" i="0" kern="1200"/>
            <a:t> , localize o componente AR Camera Manager e defina a </a:t>
          </a:r>
          <a:r>
            <a:rPr lang="pt-BR" sz="1200" b="1" i="0" kern="1200"/>
            <a:t>direção de abertura</a:t>
          </a:r>
          <a:r>
            <a:rPr lang="pt-BR" sz="1200" b="0" i="0" kern="1200"/>
            <a:t> como </a:t>
          </a:r>
          <a:r>
            <a:rPr lang="pt-BR" sz="1200" b="1" i="0" kern="1200"/>
            <a:t>Usuário.</a:t>
          </a:r>
          <a:endParaRPr lang="en-US" sz="1200" kern="1200"/>
        </a:p>
      </dsp:txBody>
      <dsp:txXfrm>
        <a:off x="95719" y="3194905"/>
        <a:ext cx="1923087" cy="1153852"/>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pt-BR"/>
              <a:t>Clique para editar o título Mestre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67F45AC6-C491-4585-A584-9CE2AF7D5500}" type="datetime1">
              <a:rPr lang="en-US" smtClean="0"/>
              <a:t>12/20/2025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CC057153-B650-4DEB-B370-79DDCFDCE934}" type="slidenum">
              <a:rPr lang="en-US" smtClean="0"/>
              <a:t>‹nº›</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119335019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t>12/20/2025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514384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pt-BR"/>
              <a:t>Clique para editar o título Mestre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67F45AC6-C491-4585-A584-9CE2AF7D5500}" type="datetime1">
              <a:rPr lang="en-US" smtClean="0"/>
              <a:t>12/20/2025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3052416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67F45AC6-C491-4585-A584-9CE2AF7D5500}" type="datetime1">
              <a:rPr lang="en-US" smtClean="0"/>
              <a:t>12/20/2025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6704085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pt-BR"/>
              <a:t>Clique para editar o título Mestre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pt-BR"/>
              <a:t>Clique para editar os estilos de texto Mestres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67F45AC6-C491-4585-A584-9CE2AF7D5500}" type="datetime1">
              <a:rPr lang="en-US" smtClean="0"/>
              <a:t>12/20/2025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67361203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67F45AC6-C491-4585-A584-9CE2AF7D5500}" type="datetime1">
              <a:rPr lang="en-US" smtClean="0"/>
              <a:t>12/20/2025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31205017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F45AC6-C491-4585-A584-9CE2AF7D5500}" type="datetime1">
              <a:rPr lang="en-US" smtClean="0"/>
              <a:t>12/20/2025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65350343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pt-BR"/>
              <a:t>Clique para editar o título Mestre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67F45AC6-C491-4585-A584-9CE2AF7D5500}" type="datetime1">
              <a:rPr lang="en-US" smtClean="0"/>
              <a:t>12/20/2025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56173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67F45AC6-C491-4585-A584-9CE2AF7D5500}" type="datetime1">
              <a:rPr lang="en-US" smtClean="0"/>
              <a:t>12/20/2025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7791850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t>12/20/2025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6316122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t>12/20/2025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3606605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BR"/>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pt-BR"/>
              <a:t>Clique para editar o título Mestre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67F45AC6-C491-4585-A584-9CE2AF7D5500}" type="datetime1">
              <a:rPr lang="en-US" smtClean="0"/>
              <a:t>12/20/2025</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23528825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3A4033-3B54-EFBD-2532-D8D1BFFCB330}"/>
              </a:ext>
            </a:extLst>
          </p:cNvPr>
          <p:cNvPicPr>
            <a:picLocks noChangeAspect="1"/>
          </p:cNvPicPr>
          <p:nvPr/>
        </p:nvPicPr>
        <p:blipFill>
          <a:blip r:embed="rId2"/>
          <a:srcRect t="8907"/>
          <a:stretch>
            <a:fillRect/>
          </a:stretch>
        </p:blipFill>
        <p:spPr>
          <a:xfrm>
            <a:off x="20" y="10"/>
            <a:ext cx="12191980" cy="6857990"/>
          </a:xfrm>
          <a:prstGeom prst="rect">
            <a:avLst/>
          </a:prstGeom>
        </p:spPr>
      </p:pic>
      <p:sp>
        <p:nvSpPr>
          <p:cNvPr id="2" name="Título 1">
            <a:extLst>
              <a:ext uri="{FF2B5EF4-FFF2-40B4-BE49-F238E27FC236}">
                <a16:creationId xmlns:a16="http://schemas.microsoft.com/office/drawing/2014/main" id="{D61DBBBC-8297-5D0D-B90F-222B810BBAF1}"/>
              </a:ext>
            </a:extLst>
          </p:cNvPr>
          <p:cNvSpPr>
            <a:spLocks noGrp="1"/>
          </p:cNvSpPr>
          <p:nvPr>
            <p:ph type="ctrTitle"/>
          </p:nvPr>
        </p:nvSpPr>
        <p:spPr>
          <a:xfrm>
            <a:off x="7620001" y="822960"/>
            <a:ext cx="4286054" cy="3474720"/>
          </a:xfrm>
        </p:spPr>
        <p:txBody>
          <a:bodyPr anchor="b">
            <a:normAutofit/>
          </a:bodyPr>
          <a:lstStyle/>
          <a:p>
            <a:pPr algn="l"/>
            <a:r>
              <a:rPr lang="pt-BR" sz="5200"/>
              <a:t>Detecção Facial</a:t>
            </a:r>
          </a:p>
        </p:txBody>
      </p:sp>
      <p:sp>
        <p:nvSpPr>
          <p:cNvPr id="3" name="Subtítulo 2">
            <a:extLst>
              <a:ext uri="{FF2B5EF4-FFF2-40B4-BE49-F238E27FC236}">
                <a16:creationId xmlns:a16="http://schemas.microsoft.com/office/drawing/2014/main" id="{58F6C5BC-3627-3F10-24CB-B85325D84027}"/>
              </a:ext>
            </a:extLst>
          </p:cNvPr>
          <p:cNvSpPr>
            <a:spLocks noGrp="1"/>
          </p:cNvSpPr>
          <p:nvPr>
            <p:ph type="subTitle" idx="1"/>
          </p:nvPr>
        </p:nvSpPr>
        <p:spPr>
          <a:xfrm>
            <a:off x="7620001" y="4419600"/>
            <a:ext cx="3931920" cy="1386840"/>
          </a:xfrm>
        </p:spPr>
        <p:txBody>
          <a:bodyPr anchor="t">
            <a:normAutofit/>
          </a:bodyPr>
          <a:lstStyle/>
          <a:p>
            <a:pPr algn="l"/>
            <a:r>
              <a:rPr lang="pt-BR" sz="2200" dirty="0"/>
              <a:t>Unity RA</a:t>
            </a:r>
          </a:p>
        </p:txBody>
      </p:sp>
    </p:spTree>
    <p:extLst>
      <p:ext uri="{BB962C8B-B14F-4D97-AF65-F5344CB8AC3E}">
        <p14:creationId xmlns:p14="http://schemas.microsoft.com/office/powerpoint/2010/main" val="319393918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4B49D1-6293-B15E-429F-FEADA98251F9}"/>
              </a:ext>
            </a:extLst>
          </p:cNvPr>
          <p:cNvSpPr>
            <a:spLocks noGrp="1"/>
          </p:cNvSpPr>
          <p:nvPr>
            <p:ph type="title"/>
          </p:nvPr>
        </p:nvSpPr>
        <p:spPr>
          <a:xfrm>
            <a:off x="612648" y="603504"/>
            <a:ext cx="5862396" cy="1527048"/>
          </a:xfrm>
        </p:spPr>
        <p:txBody>
          <a:bodyPr anchor="b">
            <a:normAutofit/>
          </a:bodyPr>
          <a:lstStyle/>
          <a:p>
            <a:r>
              <a:rPr lang="pt-BR" dirty="0"/>
              <a:t>Visão geral</a:t>
            </a:r>
          </a:p>
        </p:txBody>
      </p:sp>
      <p:sp>
        <p:nvSpPr>
          <p:cNvPr id="3" name="Espaço Reservado para Conteúdo 2">
            <a:extLst>
              <a:ext uri="{FF2B5EF4-FFF2-40B4-BE49-F238E27FC236}">
                <a16:creationId xmlns:a16="http://schemas.microsoft.com/office/drawing/2014/main" id="{76BA6796-D30F-B9AA-3B0E-5D4A9741012B}"/>
              </a:ext>
            </a:extLst>
          </p:cNvPr>
          <p:cNvSpPr>
            <a:spLocks noGrp="1"/>
          </p:cNvSpPr>
          <p:nvPr>
            <p:ph idx="1"/>
          </p:nvPr>
        </p:nvSpPr>
        <p:spPr>
          <a:xfrm>
            <a:off x="612648" y="2212848"/>
            <a:ext cx="5862396" cy="4096512"/>
          </a:xfrm>
        </p:spPr>
        <p:txBody>
          <a:bodyPr>
            <a:normAutofit/>
          </a:bodyPr>
          <a:lstStyle/>
          <a:p>
            <a:r>
              <a:rPr lang="pt-BR" sz="1800" b="0" i="0">
                <a:effectLst/>
                <a:latin typeface="Inter"/>
              </a:rPr>
              <a:t>Você aprenderá a implementar vários filtros que seus usuários poderão selecionar e personalizar por meio de uma interface de usuário (UI). Ao longo do processo, você explorará maneiras de criar uma interface de usuário no Unity, aprofundará seu conhecimento sobre os filtros faciais de realidade aumentada e, o mais importante, criará seus primeiros recursos interativos usando programação visual.</a:t>
            </a:r>
            <a:endParaRPr lang="pt-BR" sz="1800"/>
          </a:p>
        </p:txBody>
      </p:sp>
      <p:pic>
        <p:nvPicPr>
          <p:cNvPr id="1026" name="Picture 2" descr="Crie uma nova cena com óculos.">
            <a:extLst>
              <a:ext uri="{FF2B5EF4-FFF2-40B4-BE49-F238E27FC236}">
                <a16:creationId xmlns:a16="http://schemas.microsoft.com/office/drawing/2014/main" id="{C2DEAD04-0A1E-D47B-852B-F246565366F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91395" y="2126520"/>
            <a:ext cx="4681506" cy="2633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589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5153F-2497-7876-55C8-D07FDE179D65}"/>
              </a:ext>
            </a:extLst>
          </p:cNvPr>
          <p:cNvSpPr>
            <a:spLocks noGrp="1"/>
          </p:cNvSpPr>
          <p:nvPr>
            <p:ph type="title"/>
          </p:nvPr>
        </p:nvSpPr>
        <p:spPr/>
        <p:txBody>
          <a:bodyPr/>
          <a:lstStyle/>
          <a:p>
            <a:r>
              <a:rPr lang="pt-BR" dirty="0"/>
              <a:t>AR </a:t>
            </a:r>
            <a:r>
              <a:rPr lang="pt-BR" dirty="0" err="1"/>
              <a:t>Template</a:t>
            </a:r>
            <a:r>
              <a:rPr lang="pt-BR" dirty="0"/>
              <a:t> – Utilize como Base</a:t>
            </a:r>
          </a:p>
        </p:txBody>
      </p:sp>
      <p:graphicFrame>
        <p:nvGraphicFramePr>
          <p:cNvPr id="9" name="Espaço Reservado para Conteúdo 2">
            <a:extLst>
              <a:ext uri="{FF2B5EF4-FFF2-40B4-BE49-F238E27FC236}">
                <a16:creationId xmlns:a16="http://schemas.microsoft.com/office/drawing/2014/main" id="{5109DDF5-1BE3-3EB2-2F86-B29BD006EE11}"/>
              </a:ext>
            </a:extLst>
          </p:cNvPr>
          <p:cNvGraphicFramePr>
            <a:graphicFrameLocks noGrp="1"/>
          </p:cNvGraphicFramePr>
          <p:nvPr>
            <p:ph sz="half" idx="1"/>
          </p:nvPr>
        </p:nvGraphicFramePr>
        <p:xfrm>
          <a:off x="1262063" y="1828800"/>
          <a:ext cx="4479925"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Espaço Reservado para Conteúdo 5" descr="Interface gráfica do usuário, Aplicativo">
            <a:extLst>
              <a:ext uri="{FF2B5EF4-FFF2-40B4-BE49-F238E27FC236}">
                <a16:creationId xmlns:a16="http://schemas.microsoft.com/office/drawing/2014/main" id="{D856D6EC-1E5B-A7BA-4E15-50B454D2FD61}"/>
              </a:ext>
            </a:extLst>
          </p:cNvPr>
          <p:cNvPicPr>
            <a:picLocks noGrp="1" noChangeAspect="1"/>
          </p:cNvPicPr>
          <p:nvPr>
            <p:ph sz="half" idx="2"/>
          </p:nvPr>
        </p:nvPicPr>
        <p:blipFill>
          <a:blip r:embed="rId7"/>
          <a:stretch>
            <a:fillRect/>
          </a:stretch>
        </p:blipFill>
        <p:spPr>
          <a:xfrm>
            <a:off x="6172199" y="1825625"/>
            <a:ext cx="5528187" cy="3632180"/>
          </a:xfrm>
          <a:prstGeom prst="rect">
            <a:avLst/>
          </a:prstGeom>
        </p:spPr>
      </p:pic>
      <p:sp>
        <p:nvSpPr>
          <p:cNvPr id="7" name="Seta: para a Direita 6">
            <a:extLst>
              <a:ext uri="{FF2B5EF4-FFF2-40B4-BE49-F238E27FC236}">
                <a16:creationId xmlns:a16="http://schemas.microsoft.com/office/drawing/2014/main" id="{497F6208-E368-A488-661E-58910974CDA4}"/>
              </a:ext>
            </a:extLst>
          </p:cNvPr>
          <p:cNvSpPr/>
          <p:nvPr/>
        </p:nvSpPr>
        <p:spPr>
          <a:xfrm rot="20420885">
            <a:off x="6916404" y="4053173"/>
            <a:ext cx="383458" cy="4326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439220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718C81-B5F6-710A-7DD0-82707824B55A}"/>
              </a:ext>
            </a:extLst>
          </p:cNvPr>
          <p:cNvSpPr>
            <a:spLocks noGrp="1"/>
          </p:cNvSpPr>
          <p:nvPr>
            <p:ph type="title"/>
          </p:nvPr>
        </p:nvSpPr>
        <p:spPr>
          <a:xfrm>
            <a:off x="6420464" y="539087"/>
            <a:ext cx="4534047" cy="1584895"/>
          </a:xfrm>
        </p:spPr>
        <p:txBody>
          <a:bodyPr>
            <a:normAutofit/>
          </a:bodyPr>
          <a:lstStyle/>
          <a:p>
            <a:r>
              <a:rPr lang="pt-BR" dirty="0"/>
              <a:t>Projeto Base</a:t>
            </a:r>
          </a:p>
        </p:txBody>
      </p:sp>
      <p:pic>
        <p:nvPicPr>
          <p:cNvPr id="5" name="Espaço Reservado para Conteúdo 4" descr="Interface gráfica do usuário, Aplicativo&#10;&#10;O conteúdo gerado por IA pode estar incorreto.">
            <a:extLst>
              <a:ext uri="{FF2B5EF4-FFF2-40B4-BE49-F238E27FC236}">
                <a16:creationId xmlns:a16="http://schemas.microsoft.com/office/drawing/2014/main" id="{CE915881-9062-50F4-587C-44BC373810BB}"/>
              </a:ext>
            </a:extLst>
          </p:cNvPr>
          <p:cNvPicPr>
            <a:picLocks noChangeAspect="1"/>
          </p:cNvPicPr>
          <p:nvPr/>
        </p:nvPicPr>
        <p:blipFill>
          <a:blip r:embed="rId2"/>
          <a:srcRect r="29569"/>
          <a:stretch>
            <a:fillRect/>
          </a:stretch>
        </p:blipFill>
        <p:spPr>
          <a:xfrm>
            <a:off x="20" y="10"/>
            <a:ext cx="6094799" cy="6857990"/>
          </a:xfrm>
          <a:prstGeom prst="rect">
            <a:avLst/>
          </a:prstGeom>
        </p:spPr>
      </p:pic>
      <p:pic>
        <p:nvPicPr>
          <p:cNvPr id="2050" name="Picture 2">
            <a:extLst>
              <a:ext uri="{FF2B5EF4-FFF2-40B4-BE49-F238E27FC236}">
                <a16:creationId xmlns:a16="http://schemas.microsoft.com/office/drawing/2014/main" id="{8187A786-6B7D-2084-6F3F-0A14B089D05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419850" y="2824947"/>
            <a:ext cx="4572000" cy="3106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6856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Tela de computador">
            <a:extLst>
              <a:ext uri="{FF2B5EF4-FFF2-40B4-BE49-F238E27FC236}">
                <a16:creationId xmlns:a16="http://schemas.microsoft.com/office/drawing/2014/main" id="{92E3EF33-8E84-C862-11F3-021AAA2F0AED}"/>
              </a:ext>
            </a:extLst>
          </p:cNvPr>
          <p:cNvPicPr>
            <a:picLocks noChangeAspect="1"/>
          </p:cNvPicPr>
          <p:nvPr/>
        </p:nvPicPr>
        <p:blipFill>
          <a:blip r:embed="rId2"/>
          <a:stretch>
            <a:fillRect/>
          </a:stretch>
        </p:blipFill>
        <p:spPr>
          <a:xfrm>
            <a:off x="0" y="0"/>
            <a:ext cx="11297265" cy="6858000"/>
          </a:xfrm>
          <a:prstGeom prst="rect">
            <a:avLst/>
          </a:prstGeom>
        </p:spPr>
      </p:pic>
      <p:sp>
        <p:nvSpPr>
          <p:cNvPr id="4" name="Texto Explicativo: Linha 3">
            <a:extLst>
              <a:ext uri="{FF2B5EF4-FFF2-40B4-BE49-F238E27FC236}">
                <a16:creationId xmlns:a16="http://schemas.microsoft.com/office/drawing/2014/main" id="{8DE08064-EB58-91A0-3164-CDE6EFBFC0C9}"/>
              </a:ext>
            </a:extLst>
          </p:cNvPr>
          <p:cNvSpPr/>
          <p:nvPr/>
        </p:nvSpPr>
        <p:spPr>
          <a:xfrm>
            <a:off x="4786276" y="3576229"/>
            <a:ext cx="1966452" cy="1120877"/>
          </a:xfrm>
          <a:prstGeom prst="borderCallout1">
            <a:avLst>
              <a:gd name="adj1" fmla="val 52083"/>
              <a:gd name="adj2" fmla="val -3833"/>
              <a:gd name="adj3" fmla="val 116009"/>
              <a:gd name="adj4" fmla="val -10233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Create</a:t>
            </a:r>
            <a:r>
              <a:rPr lang="pt-BR" dirty="0"/>
              <a:t> Folder</a:t>
            </a:r>
          </a:p>
        </p:txBody>
      </p:sp>
      <p:pic>
        <p:nvPicPr>
          <p:cNvPr id="6" name="Imagem 5" descr="Texto&#10;&#10;O conteúdo gerado por IA pode estar incorreto.">
            <a:extLst>
              <a:ext uri="{FF2B5EF4-FFF2-40B4-BE49-F238E27FC236}">
                <a16:creationId xmlns:a16="http://schemas.microsoft.com/office/drawing/2014/main" id="{026533B3-88F8-6A6C-E4E2-C5E4D1074405}"/>
              </a:ext>
            </a:extLst>
          </p:cNvPr>
          <p:cNvPicPr>
            <a:picLocks noChangeAspect="1"/>
          </p:cNvPicPr>
          <p:nvPr/>
        </p:nvPicPr>
        <p:blipFill>
          <a:blip r:embed="rId3"/>
          <a:stretch>
            <a:fillRect/>
          </a:stretch>
        </p:blipFill>
        <p:spPr>
          <a:xfrm>
            <a:off x="8007297" y="0"/>
            <a:ext cx="4184703" cy="6858000"/>
          </a:xfrm>
          <a:prstGeom prst="rect">
            <a:avLst/>
          </a:prstGeom>
        </p:spPr>
      </p:pic>
      <p:sp>
        <p:nvSpPr>
          <p:cNvPr id="7" name="Texto Explicativo: Linha 6">
            <a:extLst>
              <a:ext uri="{FF2B5EF4-FFF2-40B4-BE49-F238E27FC236}">
                <a16:creationId xmlns:a16="http://schemas.microsoft.com/office/drawing/2014/main" id="{2A5A0C9C-C103-4522-AEBA-2CF25A78B7EA}"/>
              </a:ext>
            </a:extLst>
          </p:cNvPr>
          <p:cNvSpPr/>
          <p:nvPr/>
        </p:nvSpPr>
        <p:spPr>
          <a:xfrm>
            <a:off x="5558787" y="1227676"/>
            <a:ext cx="1966452" cy="1120877"/>
          </a:xfrm>
          <a:prstGeom prst="borderCallout1">
            <a:avLst>
              <a:gd name="adj1" fmla="val 466542"/>
              <a:gd name="adj2" fmla="val 297615"/>
              <a:gd name="adj3" fmla="val 106632"/>
              <a:gd name="adj4" fmla="val 596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Import</a:t>
            </a:r>
            <a:r>
              <a:rPr lang="pt-BR" dirty="0"/>
              <a:t> </a:t>
            </a:r>
            <a:r>
              <a:rPr lang="pt-BR" dirty="0" err="1"/>
              <a:t>Package</a:t>
            </a:r>
            <a:endParaRPr lang="pt-BR" dirty="0"/>
          </a:p>
          <a:p>
            <a:pPr algn="ctr"/>
            <a:r>
              <a:rPr lang="pt-BR" dirty="0"/>
              <a:t>Arrastando</a:t>
            </a:r>
          </a:p>
        </p:txBody>
      </p:sp>
    </p:spTree>
    <p:extLst>
      <p:ext uri="{BB962C8B-B14F-4D97-AF65-F5344CB8AC3E}">
        <p14:creationId xmlns:p14="http://schemas.microsoft.com/office/powerpoint/2010/main" val="473059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BC1DD3-416B-0E99-9EB7-ACFDB533FDC2}"/>
              </a:ext>
            </a:extLst>
          </p:cNvPr>
          <p:cNvSpPr>
            <a:spLocks noGrp="1"/>
          </p:cNvSpPr>
          <p:nvPr>
            <p:ph type="title"/>
          </p:nvPr>
        </p:nvSpPr>
        <p:spPr>
          <a:xfrm>
            <a:off x="718874" y="677863"/>
            <a:ext cx="4534047" cy="1325562"/>
          </a:xfrm>
        </p:spPr>
        <p:txBody>
          <a:bodyPr>
            <a:normAutofit/>
          </a:bodyPr>
          <a:lstStyle/>
          <a:p>
            <a:r>
              <a:rPr lang="pt-BR" dirty="0"/>
              <a:t>AR FACE MANAGER</a:t>
            </a:r>
          </a:p>
        </p:txBody>
      </p:sp>
      <p:sp>
        <p:nvSpPr>
          <p:cNvPr id="3" name="Espaço Reservado para Conteúdo 2">
            <a:extLst>
              <a:ext uri="{FF2B5EF4-FFF2-40B4-BE49-F238E27FC236}">
                <a16:creationId xmlns:a16="http://schemas.microsoft.com/office/drawing/2014/main" id="{C0F21E03-7393-BFE5-42E8-C741DC3F66B6}"/>
              </a:ext>
            </a:extLst>
          </p:cNvPr>
          <p:cNvSpPr>
            <a:spLocks noGrp="1"/>
          </p:cNvSpPr>
          <p:nvPr>
            <p:ph idx="1"/>
          </p:nvPr>
        </p:nvSpPr>
        <p:spPr>
          <a:xfrm>
            <a:off x="718874" y="2325158"/>
            <a:ext cx="4534048" cy="3854979"/>
          </a:xfrm>
        </p:spPr>
        <p:txBody>
          <a:bodyPr>
            <a:normAutofit/>
          </a:bodyPr>
          <a:lstStyle/>
          <a:p>
            <a:pPr>
              <a:buNone/>
            </a:pPr>
            <a:r>
              <a:rPr lang="pt-BR" b="1" i="0">
                <a:effectLst/>
                <a:latin typeface="Inter"/>
              </a:rPr>
              <a:t>1.</a:t>
            </a:r>
            <a:r>
              <a:rPr lang="pt-BR" b="0" i="0">
                <a:effectLst/>
                <a:latin typeface="Inter"/>
              </a:rPr>
              <a:t> Na janela </a:t>
            </a:r>
            <a:r>
              <a:rPr lang="pt-BR" b="1" i="0" err="1">
                <a:effectLst/>
                <a:latin typeface="Inter"/>
              </a:rPr>
              <a:t>Hierarchy</a:t>
            </a:r>
            <a:r>
              <a:rPr lang="pt-BR" b="0" i="0">
                <a:effectLst/>
                <a:latin typeface="Inter"/>
              </a:rPr>
              <a:t> , selecione o </a:t>
            </a:r>
            <a:r>
              <a:rPr lang="pt-BR" b="0" i="0" err="1">
                <a:effectLst/>
                <a:latin typeface="Inter"/>
              </a:rPr>
              <a:t>GameObject</a:t>
            </a:r>
            <a:r>
              <a:rPr lang="pt-BR" b="0" i="0">
                <a:effectLst/>
                <a:latin typeface="Inter"/>
              </a:rPr>
              <a:t> </a:t>
            </a:r>
            <a:r>
              <a:rPr lang="pt-BR" b="1" i="0">
                <a:effectLst/>
                <a:latin typeface="Inter"/>
              </a:rPr>
              <a:t>XR </a:t>
            </a:r>
            <a:r>
              <a:rPr lang="pt-BR" b="1" i="0" err="1">
                <a:effectLst/>
                <a:latin typeface="Inter"/>
              </a:rPr>
              <a:t>Origin</a:t>
            </a:r>
            <a:r>
              <a:rPr lang="pt-BR" b="1" i="0">
                <a:effectLst/>
                <a:latin typeface="Inter"/>
              </a:rPr>
              <a:t> (AR </a:t>
            </a:r>
            <a:r>
              <a:rPr lang="pt-BR" b="1" i="0" err="1">
                <a:effectLst/>
                <a:latin typeface="Inter"/>
              </a:rPr>
              <a:t>Rig</a:t>
            </a:r>
            <a:r>
              <a:rPr lang="pt-BR" b="1" i="0">
                <a:effectLst/>
                <a:latin typeface="Inter"/>
              </a:rPr>
              <a:t>) .</a:t>
            </a:r>
            <a:endParaRPr lang="pt-BR" b="0" i="0">
              <a:effectLst/>
              <a:latin typeface="Inter"/>
            </a:endParaRPr>
          </a:p>
          <a:p>
            <a:pPr>
              <a:buNone/>
            </a:pPr>
            <a:r>
              <a:rPr lang="pt-BR" b="1" i="0">
                <a:effectLst/>
                <a:latin typeface="Inter"/>
              </a:rPr>
              <a:t>2.</a:t>
            </a:r>
            <a:r>
              <a:rPr lang="pt-BR" b="0" i="0">
                <a:effectLst/>
                <a:latin typeface="Inter"/>
              </a:rPr>
              <a:t> Na janela </a:t>
            </a:r>
            <a:r>
              <a:rPr lang="pt-BR" b="1" i="0">
                <a:effectLst/>
                <a:latin typeface="Inter"/>
              </a:rPr>
              <a:t>Inspector</a:t>
            </a:r>
            <a:r>
              <a:rPr lang="pt-BR" b="0" i="0">
                <a:effectLst/>
                <a:latin typeface="Inter"/>
              </a:rPr>
              <a:t> , selecione </a:t>
            </a:r>
            <a:r>
              <a:rPr lang="pt-BR" b="1" i="0">
                <a:effectLst/>
                <a:latin typeface="Inter"/>
              </a:rPr>
              <a:t>Adicionar Componente</a:t>
            </a:r>
            <a:r>
              <a:rPr lang="pt-BR" b="0" i="0">
                <a:effectLst/>
                <a:latin typeface="Inter"/>
              </a:rPr>
              <a:t> .</a:t>
            </a:r>
          </a:p>
          <a:p>
            <a:pPr>
              <a:buNone/>
            </a:pPr>
            <a:r>
              <a:rPr lang="pt-BR" b="1" i="0">
                <a:effectLst/>
                <a:latin typeface="Inter"/>
              </a:rPr>
              <a:t>3.</a:t>
            </a:r>
            <a:r>
              <a:rPr lang="pt-BR" b="0" i="0">
                <a:effectLst/>
                <a:latin typeface="Inter"/>
              </a:rPr>
              <a:t> Procure e adicione um componente AR Face Manager.</a:t>
            </a:r>
          </a:p>
          <a:p>
            <a:endParaRPr lang="pt-BR" dirty="0"/>
          </a:p>
        </p:txBody>
      </p:sp>
      <p:pic>
        <p:nvPicPr>
          <p:cNvPr id="5" name="Imagem 4" descr="Interface gráfica do usuário&#10;&#10;O conteúdo gerado por IA pode estar incorreto.">
            <a:extLst>
              <a:ext uri="{FF2B5EF4-FFF2-40B4-BE49-F238E27FC236}">
                <a16:creationId xmlns:a16="http://schemas.microsoft.com/office/drawing/2014/main" id="{3865D3B2-0218-C250-19BD-257DF99E0CEC}"/>
              </a:ext>
            </a:extLst>
          </p:cNvPr>
          <p:cNvPicPr>
            <a:picLocks noChangeAspect="1"/>
          </p:cNvPicPr>
          <p:nvPr/>
        </p:nvPicPr>
        <p:blipFill>
          <a:blip r:embed="rId2"/>
          <a:stretch>
            <a:fillRect/>
          </a:stretch>
        </p:blipFill>
        <p:spPr>
          <a:xfrm>
            <a:off x="5650525" y="661484"/>
            <a:ext cx="5175253" cy="5535031"/>
          </a:xfrm>
          <a:prstGeom prst="rect">
            <a:avLst/>
          </a:prstGeom>
        </p:spPr>
      </p:pic>
    </p:spTree>
    <p:extLst>
      <p:ext uri="{BB962C8B-B14F-4D97-AF65-F5344CB8AC3E}">
        <p14:creationId xmlns:p14="http://schemas.microsoft.com/office/powerpoint/2010/main" val="2044916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Tela de computador com ícones">
            <a:extLst>
              <a:ext uri="{FF2B5EF4-FFF2-40B4-BE49-F238E27FC236}">
                <a16:creationId xmlns:a16="http://schemas.microsoft.com/office/drawing/2014/main" id="{13749934-15EC-C65F-932A-CFB8F36B0627}"/>
              </a:ext>
            </a:extLst>
          </p:cNvPr>
          <p:cNvPicPr>
            <a:picLocks noChangeAspect="1"/>
          </p:cNvPicPr>
          <p:nvPr/>
        </p:nvPicPr>
        <p:blipFill>
          <a:blip r:embed="rId2"/>
          <a:stretch>
            <a:fillRect/>
          </a:stretch>
        </p:blipFill>
        <p:spPr>
          <a:xfrm>
            <a:off x="1" y="0"/>
            <a:ext cx="10985754" cy="6858000"/>
          </a:xfrm>
          <a:prstGeom prst="rect">
            <a:avLst/>
          </a:prstGeom>
        </p:spPr>
      </p:pic>
      <p:sp>
        <p:nvSpPr>
          <p:cNvPr id="4" name="Texto Explicativo: Linha 3">
            <a:extLst>
              <a:ext uri="{FF2B5EF4-FFF2-40B4-BE49-F238E27FC236}">
                <a16:creationId xmlns:a16="http://schemas.microsoft.com/office/drawing/2014/main" id="{871C051D-8BFD-3EF9-FEDF-64314C727F5D}"/>
              </a:ext>
            </a:extLst>
          </p:cNvPr>
          <p:cNvSpPr/>
          <p:nvPr/>
        </p:nvSpPr>
        <p:spPr>
          <a:xfrm>
            <a:off x="8042787" y="4640826"/>
            <a:ext cx="2241755" cy="1258529"/>
          </a:xfrm>
          <a:prstGeom prst="borderCallout1">
            <a:avLst>
              <a:gd name="adj1" fmla="val 18750"/>
              <a:gd name="adj2" fmla="val -8333"/>
              <a:gd name="adj3" fmla="val -85156"/>
              <a:gd name="adj4" fmla="val -22254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GlassesGroup</a:t>
            </a:r>
            <a:endParaRPr lang="pt-BR" dirty="0"/>
          </a:p>
        </p:txBody>
      </p:sp>
    </p:spTree>
    <p:extLst>
      <p:ext uri="{BB962C8B-B14F-4D97-AF65-F5344CB8AC3E}">
        <p14:creationId xmlns:p14="http://schemas.microsoft.com/office/powerpoint/2010/main" val="3083161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Interface gráfica do usuário, Aplicativo&#10;&#10;O conteúdo gerado por IA pode estar incorreto.">
            <a:extLst>
              <a:ext uri="{FF2B5EF4-FFF2-40B4-BE49-F238E27FC236}">
                <a16:creationId xmlns:a16="http://schemas.microsoft.com/office/drawing/2014/main" id="{C1B25591-03CA-DF7E-26C2-0294705EBE16}"/>
              </a:ext>
            </a:extLst>
          </p:cNvPr>
          <p:cNvPicPr>
            <a:picLocks noChangeAspect="1"/>
          </p:cNvPicPr>
          <p:nvPr/>
        </p:nvPicPr>
        <p:blipFill>
          <a:blip r:embed="rId2"/>
          <a:stretch>
            <a:fillRect/>
          </a:stretch>
        </p:blipFill>
        <p:spPr>
          <a:xfrm>
            <a:off x="0" y="0"/>
            <a:ext cx="12192000" cy="6858000"/>
          </a:xfrm>
          <a:prstGeom prst="rect">
            <a:avLst/>
          </a:prstGeom>
        </p:spPr>
      </p:pic>
      <p:sp>
        <p:nvSpPr>
          <p:cNvPr id="4" name="Quadro 3">
            <a:extLst>
              <a:ext uri="{FF2B5EF4-FFF2-40B4-BE49-F238E27FC236}">
                <a16:creationId xmlns:a16="http://schemas.microsoft.com/office/drawing/2014/main" id="{6FA3950B-2721-790D-61A8-21BBDC04357F}"/>
              </a:ext>
            </a:extLst>
          </p:cNvPr>
          <p:cNvSpPr/>
          <p:nvPr/>
        </p:nvSpPr>
        <p:spPr>
          <a:xfrm>
            <a:off x="9035845" y="1986455"/>
            <a:ext cx="3156155" cy="1103586"/>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3939032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7ABE63-EFD4-D37E-3936-5E7CE49D1D2C}"/>
              </a:ext>
            </a:extLst>
          </p:cNvPr>
          <p:cNvSpPr>
            <a:spLocks noGrp="1"/>
          </p:cNvSpPr>
          <p:nvPr>
            <p:ph type="title"/>
          </p:nvPr>
        </p:nvSpPr>
        <p:spPr/>
        <p:txBody>
          <a:bodyPr/>
          <a:lstStyle/>
          <a:p>
            <a:r>
              <a:rPr lang="pt-BR" dirty="0"/>
              <a:t>Configurando PREFAB</a:t>
            </a:r>
          </a:p>
        </p:txBody>
      </p:sp>
      <p:sp>
        <p:nvSpPr>
          <p:cNvPr id="3" name="Espaço Reservado para Conteúdo 2">
            <a:extLst>
              <a:ext uri="{FF2B5EF4-FFF2-40B4-BE49-F238E27FC236}">
                <a16:creationId xmlns:a16="http://schemas.microsoft.com/office/drawing/2014/main" id="{8CE4F19E-620B-28F0-2A9A-A3AF2808701D}"/>
              </a:ext>
            </a:extLst>
          </p:cNvPr>
          <p:cNvSpPr>
            <a:spLocks noGrp="1"/>
          </p:cNvSpPr>
          <p:nvPr>
            <p:ph idx="1"/>
          </p:nvPr>
        </p:nvSpPr>
        <p:spPr/>
        <p:txBody>
          <a:bodyPr/>
          <a:lstStyle/>
          <a:p>
            <a:pPr algn="l">
              <a:lnSpc>
                <a:spcPts val="1800"/>
              </a:lnSpc>
              <a:buNone/>
            </a:pPr>
            <a:r>
              <a:rPr lang="pt-BR" b="1" i="0" dirty="0">
                <a:solidFill>
                  <a:srgbClr val="000000"/>
                </a:solidFill>
                <a:effectLst/>
                <a:latin typeface="Inter"/>
              </a:rPr>
              <a:t>1. </a:t>
            </a:r>
            <a:r>
              <a:rPr lang="pt-BR" b="0" i="0" dirty="0">
                <a:solidFill>
                  <a:srgbClr val="000000"/>
                </a:solidFill>
                <a:effectLst/>
                <a:latin typeface="Inter"/>
              </a:rPr>
              <a:t>Selecione a aba " </a:t>
            </a:r>
            <a:r>
              <a:rPr lang="pt-BR" b="1" i="0" dirty="0">
                <a:solidFill>
                  <a:srgbClr val="000000"/>
                </a:solidFill>
                <a:effectLst/>
                <a:latin typeface="Inter"/>
              </a:rPr>
              <a:t>Visualização do Jogo"</a:t>
            </a:r>
            <a:r>
              <a:rPr lang="pt-BR" b="0" i="0" dirty="0">
                <a:solidFill>
                  <a:srgbClr val="000000"/>
                </a:solidFill>
                <a:effectLst/>
                <a:latin typeface="Inter"/>
              </a:rPr>
              <a:t> .</a:t>
            </a:r>
          </a:p>
          <a:p>
            <a:pPr algn="l">
              <a:lnSpc>
                <a:spcPts val="1800"/>
              </a:lnSpc>
              <a:buNone/>
            </a:pPr>
            <a:r>
              <a:rPr lang="pt-BR" b="1" i="0" dirty="0">
                <a:solidFill>
                  <a:srgbClr val="000000"/>
                </a:solidFill>
                <a:effectLst/>
                <a:latin typeface="Inter"/>
              </a:rPr>
              <a:t>2. </a:t>
            </a:r>
            <a:r>
              <a:rPr lang="pt-BR" b="0" i="0" dirty="0">
                <a:solidFill>
                  <a:srgbClr val="000000"/>
                </a:solidFill>
                <a:effectLst/>
                <a:latin typeface="Inter"/>
              </a:rPr>
              <a:t>Na barra de controle </a:t>
            </a:r>
            <a:r>
              <a:rPr lang="pt-BR" b="1" i="0" dirty="0">
                <a:solidFill>
                  <a:srgbClr val="000000"/>
                </a:solidFill>
                <a:effectLst/>
                <a:latin typeface="Inter"/>
              </a:rPr>
              <a:t>da visualização do jogo</a:t>
            </a:r>
            <a:r>
              <a:rPr lang="pt-BR" b="0" i="0" dirty="0">
                <a:solidFill>
                  <a:srgbClr val="000000"/>
                </a:solidFill>
                <a:effectLst/>
                <a:latin typeface="Inter"/>
              </a:rPr>
              <a:t> , defina a </a:t>
            </a:r>
            <a:r>
              <a:rPr lang="pt-BR" b="1" i="0" dirty="0">
                <a:solidFill>
                  <a:srgbClr val="000000"/>
                </a:solidFill>
                <a:effectLst/>
                <a:latin typeface="Inter"/>
              </a:rPr>
              <a:t>proporção da tela</a:t>
            </a:r>
            <a:r>
              <a:rPr lang="pt-BR" b="0" i="0" dirty="0">
                <a:solidFill>
                  <a:srgbClr val="000000"/>
                </a:solidFill>
                <a:effectLst/>
                <a:latin typeface="Inter"/>
              </a:rPr>
              <a:t> para </a:t>
            </a:r>
            <a:r>
              <a:rPr lang="pt-BR" b="1" i="0" dirty="0">
                <a:solidFill>
                  <a:srgbClr val="000000"/>
                </a:solidFill>
                <a:effectLst/>
                <a:latin typeface="Inter"/>
              </a:rPr>
              <a:t>16:9 (retrato)</a:t>
            </a:r>
            <a:r>
              <a:rPr lang="pt-BR" b="0" i="0" dirty="0">
                <a:solidFill>
                  <a:srgbClr val="000000"/>
                </a:solidFill>
                <a:effectLst/>
                <a:latin typeface="Inter"/>
              </a:rPr>
              <a:t> usando o menu suspenso.</a:t>
            </a:r>
          </a:p>
          <a:p>
            <a:pPr algn="l">
              <a:lnSpc>
                <a:spcPts val="1800"/>
              </a:lnSpc>
              <a:buNone/>
            </a:pPr>
            <a:r>
              <a:rPr lang="pt-BR" b="0" i="0" dirty="0">
                <a:solidFill>
                  <a:srgbClr val="000000"/>
                </a:solidFill>
                <a:effectLst/>
                <a:latin typeface="Inter"/>
              </a:rPr>
              <a:t>A proporção da tela do </a:t>
            </a:r>
            <a:r>
              <a:rPr lang="pt-BR" b="1" i="0" dirty="0">
                <a:solidFill>
                  <a:srgbClr val="000000"/>
                </a:solidFill>
                <a:effectLst/>
                <a:latin typeface="Inter"/>
              </a:rPr>
              <a:t>jogo</a:t>
            </a:r>
            <a:r>
              <a:rPr lang="pt-BR" b="0" i="0" dirty="0">
                <a:solidFill>
                  <a:srgbClr val="000000"/>
                </a:solidFill>
                <a:effectLst/>
                <a:latin typeface="Inter"/>
              </a:rPr>
              <a:t> será alterada para simular a tela de um celular no modo retrato.</a:t>
            </a:r>
          </a:p>
          <a:p>
            <a:pPr algn="l">
              <a:lnSpc>
                <a:spcPts val="1800"/>
              </a:lnSpc>
              <a:buNone/>
            </a:pPr>
            <a:r>
              <a:rPr lang="pt-BR" b="1" i="0" dirty="0">
                <a:solidFill>
                  <a:srgbClr val="000000"/>
                </a:solidFill>
                <a:effectLst/>
                <a:latin typeface="Inter"/>
              </a:rPr>
              <a:t>3. </a:t>
            </a:r>
            <a:r>
              <a:rPr lang="pt-BR" b="0" i="0" dirty="0">
                <a:solidFill>
                  <a:srgbClr val="000000"/>
                </a:solidFill>
                <a:effectLst/>
                <a:latin typeface="Inter"/>
              </a:rPr>
              <a:t>Na janela </a:t>
            </a:r>
            <a:r>
              <a:rPr lang="pt-BR" b="1" i="0" dirty="0" err="1">
                <a:solidFill>
                  <a:srgbClr val="000000"/>
                </a:solidFill>
                <a:effectLst/>
                <a:latin typeface="Inter"/>
              </a:rPr>
              <a:t>Hierarchy</a:t>
            </a:r>
            <a:r>
              <a:rPr lang="pt-BR" b="0" i="0" dirty="0">
                <a:solidFill>
                  <a:srgbClr val="000000"/>
                </a:solidFill>
                <a:effectLst/>
                <a:latin typeface="Inter"/>
              </a:rPr>
              <a:t> , selecione o </a:t>
            </a:r>
            <a:r>
              <a:rPr lang="pt-BR" b="0" i="0" dirty="0" err="1">
                <a:solidFill>
                  <a:srgbClr val="000000"/>
                </a:solidFill>
                <a:effectLst/>
                <a:latin typeface="Inter"/>
              </a:rPr>
              <a:t>GameObject</a:t>
            </a:r>
            <a:r>
              <a:rPr lang="pt-BR" b="0" i="0" dirty="0">
                <a:solidFill>
                  <a:srgbClr val="000000"/>
                </a:solidFill>
                <a:effectLst/>
                <a:latin typeface="Inter"/>
              </a:rPr>
              <a:t> </a:t>
            </a:r>
            <a:r>
              <a:rPr lang="pt-BR" b="1" i="0" dirty="0" err="1">
                <a:solidFill>
                  <a:srgbClr val="000000"/>
                </a:solidFill>
                <a:effectLst/>
                <a:latin typeface="Inter"/>
              </a:rPr>
              <a:t>GlassesGroup</a:t>
            </a:r>
            <a:r>
              <a:rPr lang="pt-BR" b="0" i="0" dirty="0">
                <a:solidFill>
                  <a:srgbClr val="000000"/>
                </a:solidFill>
                <a:effectLst/>
                <a:latin typeface="Inter"/>
              </a:rPr>
              <a:t> .</a:t>
            </a:r>
          </a:p>
          <a:p>
            <a:pPr algn="l">
              <a:lnSpc>
                <a:spcPts val="1800"/>
              </a:lnSpc>
              <a:buNone/>
            </a:pPr>
            <a:r>
              <a:rPr lang="pt-BR" b="1" i="0" dirty="0">
                <a:solidFill>
                  <a:srgbClr val="000000"/>
                </a:solidFill>
                <a:effectLst/>
                <a:latin typeface="Inter"/>
              </a:rPr>
              <a:t>4. </a:t>
            </a:r>
            <a:r>
              <a:rPr lang="pt-BR" b="0" i="0" dirty="0">
                <a:solidFill>
                  <a:srgbClr val="000000"/>
                </a:solidFill>
                <a:effectLst/>
                <a:latin typeface="Inter"/>
              </a:rPr>
              <a:t>Na janela </a:t>
            </a:r>
            <a:r>
              <a:rPr lang="pt-BR" b="1" i="0" dirty="0">
                <a:solidFill>
                  <a:srgbClr val="000000"/>
                </a:solidFill>
                <a:effectLst/>
                <a:latin typeface="Inter"/>
              </a:rPr>
              <a:t>Inspector</a:t>
            </a:r>
            <a:r>
              <a:rPr lang="pt-BR" b="0" i="0" dirty="0">
                <a:solidFill>
                  <a:srgbClr val="000000"/>
                </a:solidFill>
                <a:effectLst/>
                <a:latin typeface="Inter"/>
              </a:rPr>
              <a:t> , encontre o componente </a:t>
            </a:r>
            <a:r>
              <a:rPr lang="pt-BR" b="0" i="0" dirty="0" err="1">
                <a:solidFill>
                  <a:srgbClr val="000000"/>
                </a:solidFill>
                <a:effectLst/>
                <a:latin typeface="Inter"/>
              </a:rPr>
              <a:t>Transform</a:t>
            </a:r>
            <a:r>
              <a:rPr lang="pt-BR" b="0" i="0" dirty="0">
                <a:solidFill>
                  <a:srgbClr val="000000"/>
                </a:solidFill>
                <a:effectLst/>
                <a:latin typeface="Inter"/>
              </a:rPr>
              <a:t> e altere o valor </a:t>
            </a:r>
            <a:r>
              <a:rPr lang="pt-BR" b="1" i="0" dirty="0">
                <a:solidFill>
                  <a:srgbClr val="000000"/>
                </a:solidFill>
                <a:effectLst/>
                <a:latin typeface="Inter"/>
              </a:rPr>
              <a:t>Z</a:t>
            </a:r>
            <a:r>
              <a:rPr lang="pt-BR" b="0" i="0" dirty="0">
                <a:solidFill>
                  <a:srgbClr val="000000"/>
                </a:solidFill>
                <a:effectLst/>
                <a:latin typeface="Inter"/>
              </a:rPr>
              <a:t> da sua propriedade </a:t>
            </a:r>
            <a:r>
              <a:rPr lang="pt-BR" b="1" i="0" dirty="0">
                <a:solidFill>
                  <a:srgbClr val="000000"/>
                </a:solidFill>
                <a:effectLst/>
                <a:latin typeface="Inter"/>
              </a:rPr>
              <a:t>Position</a:t>
            </a:r>
            <a:r>
              <a:rPr lang="pt-BR" b="0" i="0" dirty="0">
                <a:solidFill>
                  <a:srgbClr val="000000"/>
                </a:solidFill>
                <a:effectLst/>
                <a:latin typeface="Inter"/>
              </a:rPr>
              <a:t> para </a:t>
            </a:r>
            <a:r>
              <a:rPr lang="pt-BR" b="1" i="0" dirty="0">
                <a:solidFill>
                  <a:srgbClr val="000000"/>
                </a:solidFill>
                <a:effectLst/>
                <a:latin typeface="Inter"/>
              </a:rPr>
              <a:t>0,4</a:t>
            </a:r>
            <a:r>
              <a:rPr lang="pt-BR" b="0" i="0" dirty="0">
                <a:solidFill>
                  <a:srgbClr val="000000"/>
                </a:solidFill>
                <a:effectLst/>
                <a:latin typeface="Inter"/>
              </a:rPr>
              <a:t> .</a:t>
            </a:r>
          </a:p>
          <a:p>
            <a:pPr algn="l">
              <a:lnSpc>
                <a:spcPts val="1800"/>
              </a:lnSpc>
              <a:buNone/>
            </a:pPr>
            <a:r>
              <a:rPr lang="pt-BR" b="0" i="0" dirty="0">
                <a:solidFill>
                  <a:srgbClr val="000000"/>
                </a:solidFill>
                <a:effectLst/>
                <a:latin typeface="Inter"/>
              </a:rPr>
              <a:t>Os óculos agora aparecerão centralizados na visualização </a:t>
            </a:r>
            <a:r>
              <a:rPr lang="pt-BR" b="1" i="0" dirty="0">
                <a:solidFill>
                  <a:srgbClr val="000000"/>
                </a:solidFill>
                <a:effectLst/>
                <a:latin typeface="Inter"/>
              </a:rPr>
              <a:t>do jogo</a:t>
            </a:r>
            <a:r>
              <a:rPr lang="pt-BR" b="0" i="0" dirty="0">
                <a:solidFill>
                  <a:srgbClr val="000000"/>
                </a:solidFill>
                <a:effectLst/>
                <a:latin typeface="Inter"/>
              </a:rPr>
              <a:t> .</a:t>
            </a:r>
          </a:p>
          <a:p>
            <a:r>
              <a:rPr lang="pt-BR" b="1" i="0" dirty="0">
                <a:solidFill>
                  <a:srgbClr val="000000"/>
                </a:solidFill>
                <a:effectLst/>
                <a:latin typeface="Inter"/>
              </a:rPr>
              <a:t>5. </a:t>
            </a:r>
            <a:r>
              <a:rPr lang="pt-BR" b="0" i="0" dirty="0">
                <a:solidFill>
                  <a:srgbClr val="000000"/>
                </a:solidFill>
                <a:effectLst/>
                <a:latin typeface="Inter"/>
              </a:rPr>
              <a:t>Selecione o </a:t>
            </a:r>
            <a:r>
              <a:rPr lang="pt-BR" b="0" i="0" dirty="0" err="1">
                <a:solidFill>
                  <a:srgbClr val="000000"/>
                </a:solidFill>
                <a:effectLst/>
                <a:latin typeface="Inter"/>
              </a:rPr>
              <a:t>prefab</a:t>
            </a:r>
            <a:r>
              <a:rPr lang="pt-BR" b="0" i="0" dirty="0">
                <a:solidFill>
                  <a:srgbClr val="000000"/>
                </a:solidFill>
                <a:effectLst/>
                <a:latin typeface="Inter"/>
              </a:rPr>
              <a:t> </a:t>
            </a:r>
            <a:r>
              <a:rPr lang="pt-BR" b="1" i="0" dirty="0" err="1">
                <a:solidFill>
                  <a:srgbClr val="000000"/>
                </a:solidFill>
                <a:effectLst/>
                <a:latin typeface="Inter"/>
              </a:rPr>
              <a:t>GlassesGroup</a:t>
            </a:r>
            <a:r>
              <a:rPr lang="pt-BR" b="0" i="0" dirty="0">
                <a:solidFill>
                  <a:srgbClr val="000000"/>
                </a:solidFill>
                <a:effectLst/>
                <a:latin typeface="Inter"/>
              </a:rPr>
              <a:t> na janela </a:t>
            </a:r>
            <a:r>
              <a:rPr lang="pt-BR" b="1" i="0" dirty="0">
                <a:solidFill>
                  <a:srgbClr val="000000"/>
                </a:solidFill>
                <a:effectLst/>
                <a:latin typeface="Inter"/>
              </a:rPr>
              <a:t>Projeto</a:t>
            </a:r>
            <a:r>
              <a:rPr lang="pt-BR" b="0" i="0" dirty="0">
                <a:solidFill>
                  <a:srgbClr val="000000"/>
                </a:solidFill>
                <a:effectLst/>
                <a:latin typeface="Inter"/>
              </a:rPr>
              <a:t> e altere o valor </a:t>
            </a:r>
            <a:r>
              <a:rPr lang="pt-BR" b="1" i="0" dirty="0">
                <a:solidFill>
                  <a:srgbClr val="000000"/>
                </a:solidFill>
                <a:effectLst/>
                <a:latin typeface="Inter"/>
              </a:rPr>
              <a:t>Z</a:t>
            </a:r>
            <a:r>
              <a:rPr lang="pt-BR" b="0" i="0" dirty="0">
                <a:solidFill>
                  <a:srgbClr val="000000"/>
                </a:solidFill>
                <a:effectLst/>
                <a:latin typeface="Inter"/>
              </a:rPr>
              <a:t> da propriedade </a:t>
            </a:r>
            <a:r>
              <a:rPr lang="pt-BR" b="1" i="0" dirty="0">
                <a:solidFill>
                  <a:srgbClr val="000000"/>
                </a:solidFill>
                <a:effectLst/>
                <a:latin typeface="Inter"/>
              </a:rPr>
              <a:t>Posição</a:t>
            </a:r>
            <a:r>
              <a:rPr lang="pt-BR" b="0" i="0" dirty="0">
                <a:solidFill>
                  <a:srgbClr val="000000"/>
                </a:solidFill>
                <a:effectLst/>
                <a:latin typeface="Inter"/>
              </a:rPr>
              <a:t> para </a:t>
            </a:r>
            <a:r>
              <a:rPr lang="pt-BR" b="1" i="0" dirty="0">
                <a:solidFill>
                  <a:srgbClr val="000000"/>
                </a:solidFill>
                <a:effectLst/>
                <a:latin typeface="Inter"/>
              </a:rPr>
              <a:t>0,4</a:t>
            </a:r>
            <a:r>
              <a:rPr lang="pt-BR" b="0" i="0" dirty="0">
                <a:solidFill>
                  <a:srgbClr val="000000"/>
                </a:solidFill>
                <a:effectLst/>
                <a:latin typeface="Inter"/>
              </a:rPr>
              <a:t> , assim como você fez com o </a:t>
            </a:r>
            <a:r>
              <a:rPr lang="pt-BR" b="0" i="0" dirty="0" err="1">
                <a:solidFill>
                  <a:srgbClr val="000000"/>
                </a:solidFill>
                <a:effectLst/>
                <a:latin typeface="Inter"/>
              </a:rPr>
              <a:t>prefab</a:t>
            </a:r>
            <a:r>
              <a:rPr lang="pt-BR" b="0" i="0" dirty="0">
                <a:solidFill>
                  <a:srgbClr val="000000"/>
                </a:solidFill>
                <a:effectLst/>
                <a:latin typeface="Inter"/>
              </a:rPr>
              <a:t> na janela </a:t>
            </a:r>
            <a:r>
              <a:rPr lang="pt-BR" b="1" i="0" dirty="0">
                <a:solidFill>
                  <a:srgbClr val="000000"/>
                </a:solidFill>
                <a:effectLst/>
                <a:latin typeface="Inter"/>
              </a:rPr>
              <a:t>Hierarquia</a:t>
            </a:r>
            <a:r>
              <a:rPr lang="pt-BR" b="0" i="0" dirty="0">
                <a:solidFill>
                  <a:srgbClr val="000000"/>
                </a:solidFill>
                <a:effectLst/>
                <a:latin typeface="Inter"/>
              </a:rPr>
              <a:t> .</a:t>
            </a:r>
            <a:endParaRPr lang="pt-BR" dirty="0"/>
          </a:p>
        </p:txBody>
      </p:sp>
    </p:spTree>
    <p:extLst>
      <p:ext uri="{BB962C8B-B14F-4D97-AF65-F5344CB8AC3E}">
        <p14:creationId xmlns:p14="http://schemas.microsoft.com/office/powerpoint/2010/main" val="79153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53710D-29E9-4E36-196D-CD46B5C3ACA6}"/>
              </a:ext>
            </a:extLst>
          </p:cNvPr>
          <p:cNvSpPr>
            <a:spLocks noGrp="1"/>
          </p:cNvSpPr>
          <p:nvPr>
            <p:ph type="title"/>
          </p:nvPr>
        </p:nvSpPr>
        <p:spPr/>
        <p:txBody>
          <a:bodyPr/>
          <a:lstStyle/>
          <a:p>
            <a:r>
              <a:rPr lang="pt-BR" dirty="0"/>
              <a:t>Crie o </a:t>
            </a:r>
            <a:r>
              <a:rPr lang="pt-BR" dirty="0" err="1"/>
              <a:t>Prefab</a:t>
            </a:r>
            <a:endParaRPr lang="pt-BR" dirty="0"/>
          </a:p>
        </p:txBody>
      </p:sp>
      <p:pic>
        <p:nvPicPr>
          <p:cNvPr id="5" name="Espaço Reservado para Conteúdo 4" descr="Tela de computador com texto preto sobre fundo branco&#10;&#10;O conteúdo gerado por IA pode estar incorreto.">
            <a:extLst>
              <a:ext uri="{FF2B5EF4-FFF2-40B4-BE49-F238E27FC236}">
                <a16:creationId xmlns:a16="http://schemas.microsoft.com/office/drawing/2014/main" id="{5AE5CAB4-36C4-1E61-B44A-B0520B0BAC08}"/>
              </a:ext>
            </a:extLst>
          </p:cNvPr>
          <p:cNvPicPr>
            <a:picLocks noGrp="1" noChangeAspect="1"/>
          </p:cNvPicPr>
          <p:nvPr>
            <p:ph idx="1"/>
          </p:nvPr>
        </p:nvPicPr>
        <p:blipFill>
          <a:blip r:embed="rId2"/>
          <a:stretch>
            <a:fillRect/>
          </a:stretch>
        </p:blipFill>
        <p:spPr>
          <a:xfrm>
            <a:off x="1487238" y="1828800"/>
            <a:ext cx="8144375" cy="4351338"/>
          </a:xfrm>
          <a:prstGeom prst="rect">
            <a:avLst/>
          </a:prstGeom>
        </p:spPr>
      </p:pic>
      <p:sp>
        <p:nvSpPr>
          <p:cNvPr id="6" name="Seta: para a Direita 5">
            <a:extLst>
              <a:ext uri="{FF2B5EF4-FFF2-40B4-BE49-F238E27FC236}">
                <a16:creationId xmlns:a16="http://schemas.microsoft.com/office/drawing/2014/main" id="{F247A3EA-DC39-A56D-5667-E1FCA3E786AC}"/>
              </a:ext>
            </a:extLst>
          </p:cNvPr>
          <p:cNvSpPr/>
          <p:nvPr/>
        </p:nvSpPr>
        <p:spPr>
          <a:xfrm rot="7674324">
            <a:off x="3669128" y="4702242"/>
            <a:ext cx="525517" cy="5360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Seta: para a Direita 6">
            <a:extLst>
              <a:ext uri="{FF2B5EF4-FFF2-40B4-BE49-F238E27FC236}">
                <a16:creationId xmlns:a16="http://schemas.microsoft.com/office/drawing/2014/main" id="{59E7E454-C9BB-755E-95C6-FFA4737FF205}"/>
              </a:ext>
            </a:extLst>
          </p:cNvPr>
          <p:cNvSpPr/>
          <p:nvPr/>
        </p:nvSpPr>
        <p:spPr>
          <a:xfrm rot="7674324">
            <a:off x="8727825" y="3532967"/>
            <a:ext cx="525517" cy="5360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Seta: para a Direita 7">
            <a:extLst>
              <a:ext uri="{FF2B5EF4-FFF2-40B4-BE49-F238E27FC236}">
                <a16:creationId xmlns:a16="http://schemas.microsoft.com/office/drawing/2014/main" id="{2C87FBE0-CD2C-096F-73FA-E22B7A1A0283}"/>
              </a:ext>
            </a:extLst>
          </p:cNvPr>
          <p:cNvSpPr/>
          <p:nvPr/>
        </p:nvSpPr>
        <p:spPr>
          <a:xfrm rot="7674324">
            <a:off x="2189373" y="2052448"/>
            <a:ext cx="525517" cy="5360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CaixaDeTexto 8">
            <a:extLst>
              <a:ext uri="{FF2B5EF4-FFF2-40B4-BE49-F238E27FC236}">
                <a16:creationId xmlns:a16="http://schemas.microsoft.com/office/drawing/2014/main" id="{6FBA7610-C3CA-6F44-ADB5-472F41E3EBA7}"/>
              </a:ext>
            </a:extLst>
          </p:cNvPr>
          <p:cNvSpPr txBox="1"/>
          <p:nvPr/>
        </p:nvSpPr>
        <p:spPr>
          <a:xfrm>
            <a:off x="2368857" y="6317616"/>
            <a:ext cx="6381136" cy="369332"/>
          </a:xfrm>
          <a:prstGeom prst="rect">
            <a:avLst/>
          </a:prstGeom>
          <a:noFill/>
        </p:spPr>
        <p:txBody>
          <a:bodyPr wrap="square" rtlCol="0">
            <a:spAutoFit/>
          </a:bodyPr>
          <a:lstStyle/>
          <a:p>
            <a:r>
              <a:rPr lang="pt-BR" dirty="0"/>
              <a:t>Configure </a:t>
            </a:r>
            <a:r>
              <a:rPr lang="pt-BR" dirty="0" err="1"/>
              <a:t>ARFace</a:t>
            </a:r>
            <a:r>
              <a:rPr lang="pt-BR" dirty="0"/>
              <a:t> Manager tente testar no smartphone</a:t>
            </a:r>
          </a:p>
        </p:txBody>
      </p:sp>
    </p:spTree>
    <p:extLst>
      <p:ext uri="{BB962C8B-B14F-4D97-AF65-F5344CB8AC3E}">
        <p14:creationId xmlns:p14="http://schemas.microsoft.com/office/powerpoint/2010/main" val="2311674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Tela de computador com texto preto sobre fundo branco&#10;&#10;O conteúdo gerado por IA pode estar incorreto.">
            <a:extLst>
              <a:ext uri="{FF2B5EF4-FFF2-40B4-BE49-F238E27FC236}">
                <a16:creationId xmlns:a16="http://schemas.microsoft.com/office/drawing/2014/main" id="{3617E46C-21E3-32DF-3D1E-B2D1680A9AE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84382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9">
            <a:extLst>
              <a:ext uri="{FF2B5EF4-FFF2-40B4-BE49-F238E27FC236}">
                <a16:creationId xmlns:a16="http://schemas.microsoft.com/office/drawing/2014/main" id="{5B6D324E-2D03-4162-AF1E-D5E32234E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BR"/>
          </a:p>
        </p:txBody>
      </p:sp>
      <p:sp>
        <p:nvSpPr>
          <p:cNvPr id="12" name="Rectangle 11">
            <a:extLst>
              <a:ext uri="{FF2B5EF4-FFF2-40B4-BE49-F238E27FC236}">
                <a16:creationId xmlns:a16="http://schemas.microsoft.com/office/drawing/2014/main" id="{0B67D982-25C5-4CC2-AA64-276BE3B2C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D95FB148-B148-9843-1145-C02A2CDA6264}"/>
              </a:ext>
            </a:extLst>
          </p:cNvPr>
          <p:cNvSpPr txBox="1"/>
          <p:nvPr/>
        </p:nvSpPr>
        <p:spPr>
          <a:xfrm>
            <a:off x="1237489" y="2301555"/>
            <a:ext cx="3075836" cy="3878582"/>
          </a:xfrm>
          <a:prstGeom prst="rect">
            <a:avLst/>
          </a:prstGeom>
        </p:spPr>
        <p:txBody>
          <a:bodyPr vert="horz" lIns="91440" tIns="45720" rIns="91440" bIns="45720" rtlCol="0">
            <a:normAutofit/>
          </a:bodyPr>
          <a:lstStyle/>
          <a:p>
            <a:pPr indent="-182880" defTabSz="914400">
              <a:spcAft>
                <a:spcPts val="600"/>
              </a:spcAft>
              <a:buClr>
                <a:schemeClr val="accent1"/>
              </a:buClr>
              <a:buNone/>
            </a:pPr>
            <a:r>
              <a:rPr lang="en-US" sz="1600" b="1" i="0">
                <a:effectLst/>
              </a:rPr>
              <a:t>6.</a:t>
            </a:r>
            <a:r>
              <a:rPr lang="en-US" sz="1600" b="0" i="0">
                <a:effectLst/>
              </a:rPr>
              <a:t> Navegue até </a:t>
            </a:r>
            <a:r>
              <a:rPr lang="en-US" sz="1600" b="1" i="0">
                <a:effectLst/>
              </a:rPr>
              <a:t>Editar</a:t>
            </a:r>
            <a:r>
              <a:rPr lang="en-US" sz="1600" b="0" i="0">
                <a:effectLst/>
              </a:rPr>
              <a:t> &gt; </a:t>
            </a:r>
            <a:r>
              <a:rPr lang="en-US" sz="1600" b="1" i="0">
                <a:effectLst/>
              </a:rPr>
              <a:t>Configurações do Projeto</a:t>
            </a:r>
            <a:r>
              <a:rPr lang="en-US" sz="1600" b="0" i="0">
                <a:effectLst/>
              </a:rPr>
              <a:t> e selecione a seção </a:t>
            </a:r>
            <a:r>
              <a:rPr lang="en-US" sz="1600" b="1" i="0">
                <a:effectLst/>
              </a:rPr>
              <a:t>Gerenciamento de Plug-ins XR .</a:t>
            </a:r>
            <a:endParaRPr lang="en-US" sz="1600" b="0" i="0">
              <a:effectLst/>
            </a:endParaRPr>
          </a:p>
          <a:p>
            <a:pPr indent="-182880" defTabSz="914400">
              <a:spcAft>
                <a:spcPts val="600"/>
              </a:spcAft>
              <a:buClr>
                <a:schemeClr val="accent1"/>
              </a:buClr>
              <a:buNone/>
            </a:pPr>
            <a:r>
              <a:rPr lang="en-US" sz="1600" b="1" i="0">
                <a:effectLst/>
              </a:rPr>
              <a:t>7.</a:t>
            </a:r>
            <a:r>
              <a:rPr lang="en-US" sz="1600" b="0" i="0">
                <a:effectLst/>
              </a:rPr>
              <a:t> Selecione a aba de configurações </a:t>
            </a:r>
            <a:r>
              <a:rPr lang="en-US" sz="1600" b="1" i="0">
                <a:effectLst/>
              </a:rPr>
              <a:t>do Windows</a:t>
            </a:r>
            <a:r>
              <a:rPr lang="en-US" sz="1600" b="0" i="0">
                <a:effectLst/>
              </a:rPr>
              <a:t> , </a:t>
            </a:r>
            <a:r>
              <a:rPr lang="en-US" sz="1600" b="1" i="0">
                <a:effectLst/>
              </a:rPr>
              <a:t>Mac</a:t>
            </a:r>
            <a:r>
              <a:rPr lang="en-US" sz="1600" b="0" i="0">
                <a:effectLst/>
              </a:rPr>
              <a:t> ou </a:t>
            </a:r>
            <a:r>
              <a:rPr lang="en-US" sz="1600" b="1" i="0">
                <a:effectLst/>
              </a:rPr>
              <a:t>Linux</a:t>
            </a:r>
            <a:r>
              <a:rPr lang="en-US" sz="1600" b="0" i="0">
                <a:effectLst/>
              </a:rPr>
              <a:t> e desmarque a opção </a:t>
            </a:r>
            <a:r>
              <a:rPr lang="en-US" sz="1600" b="1" i="0">
                <a:effectLst/>
              </a:rPr>
              <a:t>Simulação XR</a:t>
            </a:r>
            <a:r>
              <a:rPr lang="en-US" sz="1600" b="0" i="0">
                <a:effectLst/>
              </a:rPr>
              <a:t> .</a:t>
            </a:r>
          </a:p>
        </p:txBody>
      </p:sp>
      <p:pic>
        <p:nvPicPr>
          <p:cNvPr id="3" name="Imagem 2" descr="Interface gráfica do usuário, Texto&#10;&#10;O conteúdo gerado por IA pode estar incorreto.">
            <a:extLst>
              <a:ext uri="{FF2B5EF4-FFF2-40B4-BE49-F238E27FC236}">
                <a16:creationId xmlns:a16="http://schemas.microsoft.com/office/drawing/2014/main" id="{D8B99A9A-35E0-4B10-9EB8-CCA3E7973DC4}"/>
              </a:ext>
            </a:extLst>
          </p:cNvPr>
          <p:cNvPicPr>
            <a:picLocks noChangeAspect="1"/>
          </p:cNvPicPr>
          <p:nvPr/>
        </p:nvPicPr>
        <p:blipFill>
          <a:blip r:embed="rId2"/>
          <a:srcRect r="-1" b="12833"/>
          <a:stretch>
            <a:fillRect/>
          </a:stretch>
        </p:blipFill>
        <p:spPr>
          <a:xfrm>
            <a:off x="4639057" y="10"/>
            <a:ext cx="7552944" cy="6857990"/>
          </a:xfrm>
          <a:prstGeom prst="rect">
            <a:avLst/>
          </a:prstGeom>
        </p:spPr>
      </p:pic>
    </p:spTree>
    <p:extLst>
      <p:ext uri="{BB962C8B-B14F-4D97-AF65-F5344CB8AC3E}">
        <p14:creationId xmlns:p14="http://schemas.microsoft.com/office/powerpoint/2010/main" val="3256142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AC43A4-487E-DC05-B167-06D4EDE8C73D}"/>
              </a:ext>
            </a:extLst>
          </p:cNvPr>
          <p:cNvSpPr>
            <a:spLocks noGrp="1"/>
          </p:cNvSpPr>
          <p:nvPr>
            <p:ph type="title"/>
          </p:nvPr>
        </p:nvSpPr>
        <p:spPr/>
        <p:txBody>
          <a:bodyPr/>
          <a:lstStyle/>
          <a:p>
            <a:pPr algn="ctr"/>
            <a:r>
              <a:rPr lang="pt-BR" b="1" dirty="0">
                <a:solidFill>
                  <a:schemeClr val="bg1"/>
                </a:solidFill>
              </a:rPr>
              <a:t>Vai funcionar apenas no smartphone</a:t>
            </a:r>
          </a:p>
        </p:txBody>
      </p:sp>
      <p:sp>
        <p:nvSpPr>
          <p:cNvPr id="3" name="Espaço Reservado para Texto 2">
            <a:extLst>
              <a:ext uri="{FF2B5EF4-FFF2-40B4-BE49-F238E27FC236}">
                <a16:creationId xmlns:a16="http://schemas.microsoft.com/office/drawing/2014/main" id="{24FE66AB-227C-D8B2-6B39-6109124F3BD6}"/>
              </a:ext>
            </a:extLst>
          </p:cNvPr>
          <p:cNvSpPr>
            <a:spLocks noGrp="1"/>
          </p:cNvSpPr>
          <p:nvPr>
            <p:ph type="body" idx="1"/>
          </p:nvPr>
        </p:nvSpPr>
        <p:spPr/>
        <p:txBody>
          <a:bodyPr/>
          <a:lstStyle/>
          <a:p>
            <a:endParaRPr lang="pt-BR"/>
          </a:p>
        </p:txBody>
      </p:sp>
      <p:pic>
        <p:nvPicPr>
          <p:cNvPr id="5" name="Imagem 4" descr="Polegar apontando para baixo">
            <a:extLst>
              <a:ext uri="{FF2B5EF4-FFF2-40B4-BE49-F238E27FC236}">
                <a16:creationId xmlns:a16="http://schemas.microsoft.com/office/drawing/2014/main" id="{F31A0945-AD91-FF09-5E87-F1023AFD6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152" y="-73572"/>
            <a:ext cx="2942896" cy="2942896"/>
          </a:xfrm>
          <a:prstGeom prst="rect">
            <a:avLst/>
          </a:prstGeom>
        </p:spPr>
      </p:pic>
    </p:spTree>
    <p:extLst>
      <p:ext uri="{BB962C8B-B14F-4D97-AF65-F5344CB8AC3E}">
        <p14:creationId xmlns:p14="http://schemas.microsoft.com/office/powerpoint/2010/main" val="3954104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Interface gráfica do usuário, Texto&#10;&#10;O conteúdo gerado por IA pode estar incorreto.">
            <a:extLst>
              <a:ext uri="{FF2B5EF4-FFF2-40B4-BE49-F238E27FC236}">
                <a16:creationId xmlns:a16="http://schemas.microsoft.com/office/drawing/2014/main" id="{150B0A45-BEA5-6A8E-B9C8-E0EDD60C0CA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69407520"/>
      </p:ext>
    </p:extLst>
  </p:cSld>
  <p:clrMapOvr>
    <a:masterClrMapping/>
  </p:clrMapOvr>
</p:sld>
</file>

<file path=ppt/theme/theme1.xml><?xml version="1.0" encoding="utf-8"?>
<a:theme xmlns:a="http://schemas.openxmlformats.org/drawingml/2006/main" name="Exibir">
  <a:themeElements>
    <a:clrScheme name="Exibir">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Exibir">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xibir">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TM03457515[[fn=Exibir]]</Template>
  <TotalTime>60</TotalTime>
  <Words>405</Words>
  <Application>Microsoft Office PowerPoint</Application>
  <PresentationFormat>Widescreen</PresentationFormat>
  <Paragraphs>32</Paragraphs>
  <Slides>14</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14</vt:i4>
      </vt:variant>
    </vt:vector>
  </HeadingPairs>
  <TitlesOfParts>
    <vt:vector size="19" baseType="lpstr">
      <vt:lpstr>Arial</vt:lpstr>
      <vt:lpstr>Century Schoolbook</vt:lpstr>
      <vt:lpstr>Inter</vt:lpstr>
      <vt:lpstr>Wingdings 2</vt:lpstr>
      <vt:lpstr>Exibir</vt:lpstr>
      <vt:lpstr>Detecção Facial</vt:lpstr>
      <vt:lpstr>Visão geral</vt:lpstr>
      <vt:lpstr>AR Template – Utilize como Base</vt:lpstr>
      <vt:lpstr>Projeto Base</vt:lpstr>
      <vt:lpstr>Apresentação do PowerPoint</vt:lpstr>
      <vt:lpstr>AR FACE MANAGER</vt:lpstr>
      <vt:lpstr>Apresentação do PowerPoint</vt:lpstr>
      <vt:lpstr>Apresentação do PowerPoint</vt:lpstr>
      <vt:lpstr>Configurando PREFAB</vt:lpstr>
      <vt:lpstr>Crie o Prefab</vt:lpstr>
      <vt:lpstr>Apresentação do PowerPoint</vt:lpstr>
      <vt:lpstr>Apresentação do PowerPoint</vt:lpstr>
      <vt:lpstr>Vai funcionar apenas no smartphone</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Fabio Henrique Trevezane</dc:creator>
  <cp:lastModifiedBy>Fabio Henrique Trevezane</cp:lastModifiedBy>
  <cp:revision>18</cp:revision>
  <dcterms:created xsi:type="dcterms:W3CDTF">2025-12-20T16:21:43Z</dcterms:created>
  <dcterms:modified xsi:type="dcterms:W3CDTF">2025-12-20T17:36:44Z</dcterms:modified>
</cp:coreProperties>
</file>