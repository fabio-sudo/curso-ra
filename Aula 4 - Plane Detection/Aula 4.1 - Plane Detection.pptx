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9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DC5C93-36D9-4713-B6E4-3B18A131B368}" type="doc">
      <dgm:prSet loTypeId="urn:microsoft.com/office/officeart/2005/8/layout/vList2" loCatId="list" qsTypeId="urn:microsoft.com/office/officeart/2005/8/quickstyle/simple5" qsCatId="simple" csTypeId="urn:microsoft.com/office/officeart/2005/8/colors/colorful1" csCatId="colorful"/>
      <dgm:spPr/>
      <dgm:t>
        <a:bodyPr/>
        <a:lstStyle/>
        <a:p>
          <a:endParaRPr lang="en-US"/>
        </a:p>
      </dgm:t>
    </dgm:pt>
    <dgm:pt modelId="{439C35B0-FD9F-4E46-AECE-DBB9D3F23659}">
      <dgm:prSet/>
      <dgm:spPr/>
      <dgm:t>
        <a:bodyPr/>
        <a:lstStyle/>
        <a:p>
          <a:r>
            <a:rPr lang="pt-BR"/>
            <a:t>1. Na janela Hierarquia , clique com o botão direito do mouse e selecione XR &gt; Plano padrão AR .</a:t>
          </a:r>
          <a:endParaRPr lang="en-US"/>
        </a:p>
      </dgm:t>
    </dgm:pt>
    <dgm:pt modelId="{AB7B2C56-59B9-47D7-90CC-9CBB3950A9EB}" type="parTrans" cxnId="{8A557314-34DA-4EA5-9030-86098024B2B9}">
      <dgm:prSet/>
      <dgm:spPr/>
      <dgm:t>
        <a:bodyPr/>
        <a:lstStyle/>
        <a:p>
          <a:endParaRPr lang="en-US"/>
        </a:p>
      </dgm:t>
    </dgm:pt>
    <dgm:pt modelId="{A760A2F1-13FF-4783-810C-33D679D1090E}" type="sibTrans" cxnId="{8A557314-34DA-4EA5-9030-86098024B2B9}">
      <dgm:prSet/>
      <dgm:spPr/>
      <dgm:t>
        <a:bodyPr/>
        <a:lstStyle/>
        <a:p>
          <a:endParaRPr lang="en-US"/>
        </a:p>
      </dgm:t>
    </dgm:pt>
    <dgm:pt modelId="{B6EB3C73-1C12-4D3E-8444-A47C7938FF1A}">
      <dgm:prSet/>
      <dgm:spPr/>
      <dgm:t>
        <a:bodyPr/>
        <a:lstStyle/>
        <a:p>
          <a:r>
            <a:rPr lang="pt-BR"/>
            <a:t>2. Selecione o novo GameObject AR Default Plane e examine os seguintes componentes no Inspector:</a:t>
          </a:r>
          <a:endParaRPr lang="en-US"/>
        </a:p>
      </dgm:t>
    </dgm:pt>
    <dgm:pt modelId="{B1B42939-0F4B-46BB-86BC-0ED33E5D066E}" type="parTrans" cxnId="{7CB22CBB-4B5B-43C3-91F7-3C3440AC10C2}">
      <dgm:prSet/>
      <dgm:spPr/>
      <dgm:t>
        <a:bodyPr/>
        <a:lstStyle/>
        <a:p>
          <a:endParaRPr lang="en-US"/>
        </a:p>
      </dgm:t>
    </dgm:pt>
    <dgm:pt modelId="{090A0671-F67D-4A46-A750-79C802084475}" type="sibTrans" cxnId="{7CB22CBB-4B5B-43C3-91F7-3C3440AC10C2}">
      <dgm:prSet/>
      <dgm:spPr/>
      <dgm:t>
        <a:bodyPr/>
        <a:lstStyle/>
        <a:p>
          <a:endParaRPr lang="en-US"/>
        </a:p>
      </dgm:t>
    </dgm:pt>
    <dgm:pt modelId="{66D2BE1D-82A8-4F25-B681-BDD81AC8B04C}">
      <dgm:prSet/>
      <dgm:spPr/>
      <dgm:t>
        <a:bodyPr/>
        <a:lstStyle/>
        <a:p>
          <a:r>
            <a:rPr lang="pt-BR"/>
            <a:t>O componente AR Plane (Script) representa um plano detectado por um dispositivo de RA, que pode ser instanciado quando uma superfície plana é detectada.</a:t>
          </a:r>
          <a:endParaRPr lang="en-US"/>
        </a:p>
      </dgm:t>
    </dgm:pt>
    <dgm:pt modelId="{BEE96073-0434-4539-A394-7D3EC09924F8}" type="parTrans" cxnId="{7DBB85FE-3B54-4A60-9CCC-EBD3DAB58E27}">
      <dgm:prSet/>
      <dgm:spPr/>
      <dgm:t>
        <a:bodyPr/>
        <a:lstStyle/>
        <a:p>
          <a:endParaRPr lang="en-US"/>
        </a:p>
      </dgm:t>
    </dgm:pt>
    <dgm:pt modelId="{898D7D77-C6DE-4620-9084-EF05675E93DA}" type="sibTrans" cxnId="{7DBB85FE-3B54-4A60-9CCC-EBD3DAB58E27}">
      <dgm:prSet/>
      <dgm:spPr/>
      <dgm:t>
        <a:bodyPr/>
        <a:lstStyle/>
        <a:p>
          <a:endParaRPr lang="en-US"/>
        </a:p>
      </dgm:t>
    </dgm:pt>
    <dgm:pt modelId="{57423568-3C95-48C0-9023-3EA4AC40FC6C}">
      <dgm:prSet/>
      <dgm:spPr/>
      <dgm:t>
        <a:bodyPr/>
        <a:lstStyle/>
        <a:p>
          <a:r>
            <a:rPr lang="pt-BR"/>
            <a:t>O componente AR Plane Mesh Visualizer (Script) lida com a exibição do material e do contorno de um plano AR detectado.</a:t>
          </a:r>
          <a:endParaRPr lang="en-US"/>
        </a:p>
      </dgm:t>
    </dgm:pt>
    <dgm:pt modelId="{BF896CD2-2F27-4CC4-BDFB-EB4650B02B54}" type="parTrans" cxnId="{71BEBF4D-4D06-46DC-B41F-D6A1B85CB86A}">
      <dgm:prSet/>
      <dgm:spPr/>
      <dgm:t>
        <a:bodyPr/>
        <a:lstStyle/>
        <a:p>
          <a:endParaRPr lang="en-US"/>
        </a:p>
      </dgm:t>
    </dgm:pt>
    <dgm:pt modelId="{B786B19F-3A87-4B7F-B7F1-3C8229114E67}" type="sibTrans" cxnId="{71BEBF4D-4D06-46DC-B41F-D6A1B85CB86A}">
      <dgm:prSet/>
      <dgm:spPr/>
      <dgm:t>
        <a:bodyPr/>
        <a:lstStyle/>
        <a:p>
          <a:endParaRPr lang="en-US"/>
        </a:p>
      </dgm:t>
    </dgm:pt>
    <dgm:pt modelId="{ED90AB48-B542-4457-BD65-10F4DE696530}">
      <dgm:prSet/>
      <dgm:spPr/>
      <dgm:t>
        <a:bodyPr/>
        <a:lstStyle/>
        <a:p>
          <a:r>
            <a:rPr lang="pt-BR"/>
            <a:t>O componente Mesh Renderer possui um material DebugPlane atribuído a ele.</a:t>
          </a:r>
          <a:endParaRPr lang="en-US"/>
        </a:p>
      </dgm:t>
    </dgm:pt>
    <dgm:pt modelId="{6831C976-D56F-498B-A2E3-875A6A862E60}" type="parTrans" cxnId="{78770A12-1070-4A4B-82AC-8FF71E2B572A}">
      <dgm:prSet/>
      <dgm:spPr/>
      <dgm:t>
        <a:bodyPr/>
        <a:lstStyle/>
        <a:p>
          <a:endParaRPr lang="en-US"/>
        </a:p>
      </dgm:t>
    </dgm:pt>
    <dgm:pt modelId="{EE5C206E-2E16-4F15-BC9B-B8C7CB66D4D5}" type="sibTrans" cxnId="{78770A12-1070-4A4B-82AC-8FF71E2B572A}">
      <dgm:prSet/>
      <dgm:spPr/>
      <dgm:t>
        <a:bodyPr/>
        <a:lstStyle/>
        <a:p>
          <a:endParaRPr lang="en-US"/>
        </a:p>
      </dgm:t>
    </dgm:pt>
    <dgm:pt modelId="{9744A71C-AB97-4D0C-A27D-0DF849A75A34}">
      <dgm:prSet/>
      <dgm:spPr/>
      <dgm:t>
        <a:bodyPr/>
        <a:lstStyle/>
        <a:p>
          <a:r>
            <a:rPr lang="pt-BR"/>
            <a:t>O componente Line Renderer controla a aparência do contorno da borda do plano.</a:t>
          </a:r>
          <a:endParaRPr lang="en-US"/>
        </a:p>
      </dgm:t>
    </dgm:pt>
    <dgm:pt modelId="{EE12D3DD-B327-4D5A-8AE1-6D50896657E4}" type="parTrans" cxnId="{68E73752-F273-4F90-9AEE-3A39C6FE3AE8}">
      <dgm:prSet/>
      <dgm:spPr/>
      <dgm:t>
        <a:bodyPr/>
        <a:lstStyle/>
        <a:p>
          <a:endParaRPr lang="en-US"/>
        </a:p>
      </dgm:t>
    </dgm:pt>
    <dgm:pt modelId="{99AFA453-94CE-4BEA-8323-2036863C4046}" type="sibTrans" cxnId="{68E73752-F273-4F90-9AEE-3A39C6FE3AE8}">
      <dgm:prSet/>
      <dgm:spPr/>
      <dgm:t>
        <a:bodyPr/>
        <a:lstStyle/>
        <a:p>
          <a:endParaRPr lang="en-US"/>
        </a:p>
      </dgm:t>
    </dgm:pt>
    <dgm:pt modelId="{203C6556-3ADB-41CE-B662-A5A7310DF5CB}" type="pres">
      <dgm:prSet presAssocID="{A4DC5C93-36D9-4713-B6E4-3B18A131B368}" presName="linear" presStyleCnt="0">
        <dgm:presLayoutVars>
          <dgm:animLvl val="lvl"/>
          <dgm:resizeHandles val="exact"/>
        </dgm:presLayoutVars>
      </dgm:prSet>
      <dgm:spPr/>
    </dgm:pt>
    <dgm:pt modelId="{EDB3DDF2-230C-4E5B-AA17-C514DBDDF892}" type="pres">
      <dgm:prSet presAssocID="{439C35B0-FD9F-4E46-AECE-DBB9D3F23659}" presName="parentText" presStyleLbl="node1" presStyleIdx="0" presStyleCnt="6">
        <dgm:presLayoutVars>
          <dgm:chMax val="0"/>
          <dgm:bulletEnabled val="1"/>
        </dgm:presLayoutVars>
      </dgm:prSet>
      <dgm:spPr/>
    </dgm:pt>
    <dgm:pt modelId="{9E5AD36A-DBB5-42D5-809E-F880ED39F618}" type="pres">
      <dgm:prSet presAssocID="{A760A2F1-13FF-4783-810C-33D679D1090E}" presName="spacer" presStyleCnt="0"/>
      <dgm:spPr/>
    </dgm:pt>
    <dgm:pt modelId="{1B17DC58-FD45-46AB-8DA7-9778E643BC83}" type="pres">
      <dgm:prSet presAssocID="{B6EB3C73-1C12-4D3E-8444-A47C7938FF1A}" presName="parentText" presStyleLbl="node1" presStyleIdx="1" presStyleCnt="6">
        <dgm:presLayoutVars>
          <dgm:chMax val="0"/>
          <dgm:bulletEnabled val="1"/>
        </dgm:presLayoutVars>
      </dgm:prSet>
      <dgm:spPr/>
    </dgm:pt>
    <dgm:pt modelId="{F451237D-EB06-4B52-9C4B-1152D1984FB9}" type="pres">
      <dgm:prSet presAssocID="{090A0671-F67D-4A46-A750-79C802084475}" presName="spacer" presStyleCnt="0"/>
      <dgm:spPr/>
    </dgm:pt>
    <dgm:pt modelId="{0559D811-DED1-4054-9A5A-8B203FF6C6C7}" type="pres">
      <dgm:prSet presAssocID="{66D2BE1D-82A8-4F25-B681-BDD81AC8B04C}" presName="parentText" presStyleLbl="node1" presStyleIdx="2" presStyleCnt="6">
        <dgm:presLayoutVars>
          <dgm:chMax val="0"/>
          <dgm:bulletEnabled val="1"/>
        </dgm:presLayoutVars>
      </dgm:prSet>
      <dgm:spPr/>
    </dgm:pt>
    <dgm:pt modelId="{5EE219D4-240C-407F-A749-A048027C286F}" type="pres">
      <dgm:prSet presAssocID="{898D7D77-C6DE-4620-9084-EF05675E93DA}" presName="spacer" presStyleCnt="0"/>
      <dgm:spPr/>
    </dgm:pt>
    <dgm:pt modelId="{057434D8-BF59-4C19-A2E4-CF371EE43F35}" type="pres">
      <dgm:prSet presAssocID="{57423568-3C95-48C0-9023-3EA4AC40FC6C}" presName="parentText" presStyleLbl="node1" presStyleIdx="3" presStyleCnt="6">
        <dgm:presLayoutVars>
          <dgm:chMax val="0"/>
          <dgm:bulletEnabled val="1"/>
        </dgm:presLayoutVars>
      </dgm:prSet>
      <dgm:spPr/>
    </dgm:pt>
    <dgm:pt modelId="{22EF4C82-F0BE-4262-B9E5-A0F1B7F743C4}" type="pres">
      <dgm:prSet presAssocID="{B786B19F-3A87-4B7F-B7F1-3C8229114E67}" presName="spacer" presStyleCnt="0"/>
      <dgm:spPr/>
    </dgm:pt>
    <dgm:pt modelId="{6EBC69B2-B2DE-4AD3-BCD9-EC3916FB45AE}" type="pres">
      <dgm:prSet presAssocID="{ED90AB48-B542-4457-BD65-10F4DE696530}" presName="parentText" presStyleLbl="node1" presStyleIdx="4" presStyleCnt="6">
        <dgm:presLayoutVars>
          <dgm:chMax val="0"/>
          <dgm:bulletEnabled val="1"/>
        </dgm:presLayoutVars>
      </dgm:prSet>
      <dgm:spPr/>
    </dgm:pt>
    <dgm:pt modelId="{680F92CA-33AE-459C-9CA9-9036FB9BD819}" type="pres">
      <dgm:prSet presAssocID="{EE5C206E-2E16-4F15-BC9B-B8C7CB66D4D5}" presName="spacer" presStyleCnt="0"/>
      <dgm:spPr/>
    </dgm:pt>
    <dgm:pt modelId="{C67C941E-8B25-4252-9E95-86629204C887}" type="pres">
      <dgm:prSet presAssocID="{9744A71C-AB97-4D0C-A27D-0DF849A75A34}" presName="parentText" presStyleLbl="node1" presStyleIdx="5" presStyleCnt="6">
        <dgm:presLayoutVars>
          <dgm:chMax val="0"/>
          <dgm:bulletEnabled val="1"/>
        </dgm:presLayoutVars>
      </dgm:prSet>
      <dgm:spPr/>
    </dgm:pt>
  </dgm:ptLst>
  <dgm:cxnLst>
    <dgm:cxn modelId="{78770A12-1070-4A4B-82AC-8FF71E2B572A}" srcId="{A4DC5C93-36D9-4713-B6E4-3B18A131B368}" destId="{ED90AB48-B542-4457-BD65-10F4DE696530}" srcOrd="4" destOrd="0" parTransId="{6831C976-D56F-498B-A2E3-875A6A862E60}" sibTransId="{EE5C206E-2E16-4F15-BC9B-B8C7CB66D4D5}"/>
    <dgm:cxn modelId="{8A557314-34DA-4EA5-9030-86098024B2B9}" srcId="{A4DC5C93-36D9-4713-B6E4-3B18A131B368}" destId="{439C35B0-FD9F-4E46-AECE-DBB9D3F23659}" srcOrd="0" destOrd="0" parTransId="{AB7B2C56-59B9-47D7-90CC-9CBB3950A9EB}" sibTransId="{A760A2F1-13FF-4783-810C-33D679D1090E}"/>
    <dgm:cxn modelId="{EE666C1A-0C24-4C75-804B-030E5B07DEE9}" type="presOf" srcId="{57423568-3C95-48C0-9023-3EA4AC40FC6C}" destId="{057434D8-BF59-4C19-A2E4-CF371EE43F35}" srcOrd="0" destOrd="0" presId="urn:microsoft.com/office/officeart/2005/8/layout/vList2"/>
    <dgm:cxn modelId="{C7320528-BFC4-48BC-9C7B-0833EA0506B5}" type="presOf" srcId="{A4DC5C93-36D9-4713-B6E4-3B18A131B368}" destId="{203C6556-3ADB-41CE-B662-A5A7310DF5CB}" srcOrd="0" destOrd="0" presId="urn:microsoft.com/office/officeart/2005/8/layout/vList2"/>
    <dgm:cxn modelId="{71BEBF4D-4D06-46DC-B41F-D6A1B85CB86A}" srcId="{A4DC5C93-36D9-4713-B6E4-3B18A131B368}" destId="{57423568-3C95-48C0-9023-3EA4AC40FC6C}" srcOrd="3" destOrd="0" parTransId="{BF896CD2-2F27-4CC4-BDFB-EB4650B02B54}" sibTransId="{B786B19F-3A87-4B7F-B7F1-3C8229114E67}"/>
    <dgm:cxn modelId="{979BBF70-1D6A-4CB3-85E8-8EEBE5D284D4}" type="presOf" srcId="{66D2BE1D-82A8-4F25-B681-BDD81AC8B04C}" destId="{0559D811-DED1-4054-9A5A-8B203FF6C6C7}" srcOrd="0" destOrd="0" presId="urn:microsoft.com/office/officeart/2005/8/layout/vList2"/>
    <dgm:cxn modelId="{8BAC0571-02DC-4FC0-A5F9-EFB7C5430A1B}" type="presOf" srcId="{ED90AB48-B542-4457-BD65-10F4DE696530}" destId="{6EBC69B2-B2DE-4AD3-BCD9-EC3916FB45AE}" srcOrd="0" destOrd="0" presId="urn:microsoft.com/office/officeart/2005/8/layout/vList2"/>
    <dgm:cxn modelId="{14B62851-2FA7-4E59-8092-B02973154FA6}" type="presOf" srcId="{B6EB3C73-1C12-4D3E-8444-A47C7938FF1A}" destId="{1B17DC58-FD45-46AB-8DA7-9778E643BC83}" srcOrd="0" destOrd="0" presId="urn:microsoft.com/office/officeart/2005/8/layout/vList2"/>
    <dgm:cxn modelId="{68E73752-F273-4F90-9AEE-3A39C6FE3AE8}" srcId="{A4DC5C93-36D9-4713-B6E4-3B18A131B368}" destId="{9744A71C-AB97-4D0C-A27D-0DF849A75A34}" srcOrd="5" destOrd="0" parTransId="{EE12D3DD-B327-4D5A-8AE1-6D50896657E4}" sibTransId="{99AFA453-94CE-4BEA-8323-2036863C4046}"/>
    <dgm:cxn modelId="{C6BF3573-B54B-4219-82D5-5BE92D3A79A8}" type="presOf" srcId="{439C35B0-FD9F-4E46-AECE-DBB9D3F23659}" destId="{EDB3DDF2-230C-4E5B-AA17-C514DBDDF892}" srcOrd="0" destOrd="0" presId="urn:microsoft.com/office/officeart/2005/8/layout/vList2"/>
    <dgm:cxn modelId="{32AB2792-864A-4285-8387-0B38D98C7093}" type="presOf" srcId="{9744A71C-AB97-4D0C-A27D-0DF849A75A34}" destId="{C67C941E-8B25-4252-9E95-86629204C887}" srcOrd="0" destOrd="0" presId="urn:microsoft.com/office/officeart/2005/8/layout/vList2"/>
    <dgm:cxn modelId="{7CB22CBB-4B5B-43C3-91F7-3C3440AC10C2}" srcId="{A4DC5C93-36D9-4713-B6E4-3B18A131B368}" destId="{B6EB3C73-1C12-4D3E-8444-A47C7938FF1A}" srcOrd="1" destOrd="0" parTransId="{B1B42939-0F4B-46BB-86BC-0ED33E5D066E}" sibTransId="{090A0671-F67D-4A46-A750-79C802084475}"/>
    <dgm:cxn modelId="{7DBB85FE-3B54-4A60-9CCC-EBD3DAB58E27}" srcId="{A4DC5C93-36D9-4713-B6E4-3B18A131B368}" destId="{66D2BE1D-82A8-4F25-B681-BDD81AC8B04C}" srcOrd="2" destOrd="0" parTransId="{BEE96073-0434-4539-A394-7D3EC09924F8}" sibTransId="{898D7D77-C6DE-4620-9084-EF05675E93DA}"/>
    <dgm:cxn modelId="{A7A51845-301B-4B0E-BC38-159149979473}" type="presParOf" srcId="{203C6556-3ADB-41CE-B662-A5A7310DF5CB}" destId="{EDB3DDF2-230C-4E5B-AA17-C514DBDDF892}" srcOrd="0" destOrd="0" presId="urn:microsoft.com/office/officeart/2005/8/layout/vList2"/>
    <dgm:cxn modelId="{22FAB8F9-3EF9-4A2D-91EC-C8268BF7C66A}" type="presParOf" srcId="{203C6556-3ADB-41CE-B662-A5A7310DF5CB}" destId="{9E5AD36A-DBB5-42D5-809E-F880ED39F618}" srcOrd="1" destOrd="0" presId="urn:microsoft.com/office/officeart/2005/8/layout/vList2"/>
    <dgm:cxn modelId="{3F0001EB-7BFC-470A-99C9-2449DFBB7EEE}" type="presParOf" srcId="{203C6556-3ADB-41CE-B662-A5A7310DF5CB}" destId="{1B17DC58-FD45-46AB-8DA7-9778E643BC83}" srcOrd="2" destOrd="0" presId="urn:microsoft.com/office/officeart/2005/8/layout/vList2"/>
    <dgm:cxn modelId="{5C727BCA-7DF2-419E-B907-DDD1F6C0690F}" type="presParOf" srcId="{203C6556-3ADB-41CE-B662-A5A7310DF5CB}" destId="{F451237D-EB06-4B52-9C4B-1152D1984FB9}" srcOrd="3" destOrd="0" presId="urn:microsoft.com/office/officeart/2005/8/layout/vList2"/>
    <dgm:cxn modelId="{5C1D615B-BFE2-4769-82F3-1AF7E38AE6DA}" type="presParOf" srcId="{203C6556-3ADB-41CE-B662-A5A7310DF5CB}" destId="{0559D811-DED1-4054-9A5A-8B203FF6C6C7}" srcOrd="4" destOrd="0" presId="urn:microsoft.com/office/officeart/2005/8/layout/vList2"/>
    <dgm:cxn modelId="{4C81AE48-8901-4A20-BBBF-2DE319E5E502}" type="presParOf" srcId="{203C6556-3ADB-41CE-B662-A5A7310DF5CB}" destId="{5EE219D4-240C-407F-A749-A048027C286F}" srcOrd="5" destOrd="0" presId="urn:microsoft.com/office/officeart/2005/8/layout/vList2"/>
    <dgm:cxn modelId="{A282300B-B8B5-47F0-8664-CA35B18332E2}" type="presParOf" srcId="{203C6556-3ADB-41CE-B662-A5A7310DF5CB}" destId="{057434D8-BF59-4C19-A2E4-CF371EE43F35}" srcOrd="6" destOrd="0" presId="urn:microsoft.com/office/officeart/2005/8/layout/vList2"/>
    <dgm:cxn modelId="{16924663-3023-4014-98C2-2A239591E503}" type="presParOf" srcId="{203C6556-3ADB-41CE-B662-A5A7310DF5CB}" destId="{22EF4C82-F0BE-4262-B9E5-A0F1B7F743C4}" srcOrd="7" destOrd="0" presId="urn:microsoft.com/office/officeart/2005/8/layout/vList2"/>
    <dgm:cxn modelId="{B55788F7-59CA-48C9-8C85-0A629EB26491}" type="presParOf" srcId="{203C6556-3ADB-41CE-B662-A5A7310DF5CB}" destId="{6EBC69B2-B2DE-4AD3-BCD9-EC3916FB45AE}" srcOrd="8" destOrd="0" presId="urn:microsoft.com/office/officeart/2005/8/layout/vList2"/>
    <dgm:cxn modelId="{612110EF-E466-42D9-91DA-CF7C2443AEC3}" type="presParOf" srcId="{203C6556-3ADB-41CE-B662-A5A7310DF5CB}" destId="{680F92CA-33AE-459C-9CA9-9036FB9BD819}" srcOrd="9" destOrd="0" presId="urn:microsoft.com/office/officeart/2005/8/layout/vList2"/>
    <dgm:cxn modelId="{CB2C352A-2ED2-4ADA-A758-6C998A2BBD44}" type="presParOf" srcId="{203C6556-3ADB-41CE-B662-A5A7310DF5CB}" destId="{C67C941E-8B25-4252-9E95-86629204C88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3DDF2-230C-4E5B-AA17-C514DBDDF892}">
      <dsp:nvSpPr>
        <dsp:cNvPr id="0" name=""/>
        <dsp:cNvSpPr/>
      </dsp:nvSpPr>
      <dsp:spPr>
        <a:xfrm>
          <a:off x="0" y="487603"/>
          <a:ext cx="5432044" cy="900899"/>
        </a:xfrm>
        <a:prstGeom prst="roundRect">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1. Na janela Hierarquia , clique com o botão direito do mouse e selecione XR &gt; Plano padrão AR .</a:t>
          </a:r>
          <a:endParaRPr lang="en-US" sz="1600" kern="1200"/>
        </a:p>
      </dsp:txBody>
      <dsp:txXfrm>
        <a:off x="43978" y="531581"/>
        <a:ext cx="5344088" cy="812943"/>
      </dsp:txXfrm>
    </dsp:sp>
    <dsp:sp modelId="{1B17DC58-FD45-46AB-8DA7-9778E643BC83}">
      <dsp:nvSpPr>
        <dsp:cNvPr id="0" name=""/>
        <dsp:cNvSpPr/>
      </dsp:nvSpPr>
      <dsp:spPr>
        <a:xfrm>
          <a:off x="0" y="1434583"/>
          <a:ext cx="5432044" cy="900899"/>
        </a:xfrm>
        <a:prstGeom prst="roundRect">
          <a:avLst/>
        </a:prstGeom>
        <a:solidFill>
          <a:schemeClr val="accent3">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2. Selecione o novo GameObject AR Default Plane e examine os seguintes componentes no Inspector:</a:t>
          </a:r>
          <a:endParaRPr lang="en-US" sz="1600" kern="1200"/>
        </a:p>
      </dsp:txBody>
      <dsp:txXfrm>
        <a:off x="43978" y="1478561"/>
        <a:ext cx="5344088" cy="812943"/>
      </dsp:txXfrm>
    </dsp:sp>
    <dsp:sp modelId="{0559D811-DED1-4054-9A5A-8B203FF6C6C7}">
      <dsp:nvSpPr>
        <dsp:cNvPr id="0" name=""/>
        <dsp:cNvSpPr/>
      </dsp:nvSpPr>
      <dsp:spPr>
        <a:xfrm>
          <a:off x="0" y="2381563"/>
          <a:ext cx="5432044" cy="900899"/>
        </a:xfrm>
        <a:prstGeom prst="roundRect">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O componente AR Plane (Script) representa um plano detectado por um dispositivo de RA, que pode ser instanciado quando uma superfície plana é detectada.</a:t>
          </a:r>
          <a:endParaRPr lang="en-US" sz="1600" kern="1200"/>
        </a:p>
      </dsp:txBody>
      <dsp:txXfrm>
        <a:off x="43978" y="2425541"/>
        <a:ext cx="5344088" cy="812943"/>
      </dsp:txXfrm>
    </dsp:sp>
    <dsp:sp modelId="{057434D8-BF59-4C19-A2E4-CF371EE43F35}">
      <dsp:nvSpPr>
        <dsp:cNvPr id="0" name=""/>
        <dsp:cNvSpPr/>
      </dsp:nvSpPr>
      <dsp:spPr>
        <a:xfrm>
          <a:off x="0" y="3328543"/>
          <a:ext cx="5432044" cy="900899"/>
        </a:xfrm>
        <a:prstGeom prst="roundRect">
          <a:avLst/>
        </a:prstGeom>
        <a:solidFill>
          <a:schemeClr val="accent5">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O componente AR Plane Mesh Visualizer (Script) lida com a exibição do material e do contorno de um plano AR detectado.</a:t>
          </a:r>
          <a:endParaRPr lang="en-US" sz="1600" kern="1200"/>
        </a:p>
      </dsp:txBody>
      <dsp:txXfrm>
        <a:off x="43978" y="3372521"/>
        <a:ext cx="5344088" cy="812943"/>
      </dsp:txXfrm>
    </dsp:sp>
    <dsp:sp modelId="{6EBC69B2-B2DE-4AD3-BCD9-EC3916FB45AE}">
      <dsp:nvSpPr>
        <dsp:cNvPr id="0" name=""/>
        <dsp:cNvSpPr/>
      </dsp:nvSpPr>
      <dsp:spPr>
        <a:xfrm>
          <a:off x="0" y="4275523"/>
          <a:ext cx="5432044" cy="900899"/>
        </a:xfrm>
        <a:prstGeom prst="roundRect">
          <a:avLst/>
        </a:prstGeom>
        <a:solidFill>
          <a:schemeClr val="accent6">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O componente Mesh Renderer possui um material DebugPlane atribuído a ele.</a:t>
          </a:r>
          <a:endParaRPr lang="en-US" sz="1600" kern="1200"/>
        </a:p>
      </dsp:txBody>
      <dsp:txXfrm>
        <a:off x="43978" y="4319501"/>
        <a:ext cx="5344088" cy="812943"/>
      </dsp:txXfrm>
    </dsp:sp>
    <dsp:sp modelId="{C67C941E-8B25-4252-9E95-86629204C887}">
      <dsp:nvSpPr>
        <dsp:cNvPr id="0" name=""/>
        <dsp:cNvSpPr/>
      </dsp:nvSpPr>
      <dsp:spPr>
        <a:xfrm>
          <a:off x="0" y="5222502"/>
          <a:ext cx="5432044" cy="900899"/>
        </a:xfrm>
        <a:prstGeom prst="roundRect">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O componente Line Renderer controla a aparência do contorno da borda do plano.</a:t>
          </a:r>
          <a:endParaRPr lang="en-US" sz="1600" kern="1200"/>
        </a:p>
      </dsp:txBody>
      <dsp:txXfrm>
        <a:off x="43978" y="5266480"/>
        <a:ext cx="5344088" cy="81294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1818-E75A-458F-AC5B-0E9A2C76B835}"/>
              </a:ext>
            </a:extLst>
          </p:cNvPr>
          <p:cNvSpPr>
            <a:spLocks noGrp="1"/>
          </p:cNvSpPr>
          <p:nvPr>
            <p:ph type="ctrTitle"/>
          </p:nvPr>
        </p:nvSpPr>
        <p:spPr>
          <a:xfrm>
            <a:off x="448056" y="448056"/>
            <a:ext cx="11292840" cy="3401568"/>
          </a:xfrm>
        </p:spPr>
        <p:txBody>
          <a:bodyPr anchor="b">
            <a:normAutofit/>
          </a:bodyPr>
          <a:lstStyle>
            <a:lvl1pPr algn="l">
              <a:defRPr sz="6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EE64DE-978B-4F95-BB3C-D027D8008748}"/>
              </a:ext>
            </a:extLst>
          </p:cNvPr>
          <p:cNvSpPr>
            <a:spLocks noGrp="1"/>
          </p:cNvSpPr>
          <p:nvPr>
            <p:ph type="subTitle" idx="1"/>
          </p:nvPr>
        </p:nvSpPr>
        <p:spPr>
          <a:xfrm>
            <a:off x="448056" y="4471416"/>
            <a:ext cx="11292840" cy="1481328"/>
          </a:xfrm>
        </p:spPr>
        <p:txBody>
          <a:bodyPr/>
          <a:lstStyle>
            <a:lvl1pPr marL="0" indent="0" algn="l">
              <a:lnSpc>
                <a:spcPct val="120000"/>
              </a:lnSpc>
              <a:buNone/>
              <a:defRPr sz="2400">
                <a:solidFill>
                  <a:schemeClr val="tx2">
                    <a:alpha val="5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a:extLst>
              <a:ext uri="{FF2B5EF4-FFF2-40B4-BE49-F238E27FC236}">
                <a16:creationId xmlns:a16="http://schemas.microsoft.com/office/drawing/2014/main" id="{C66CC717-08C5-4F3E-B8AA-BA93C8755982}"/>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896B5700-AA45-4E20-8BE5-27620411303F}"/>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10" name="Slide Number Placeholder 5">
            <a:extLst>
              <a:ext uri="{FF2B5EF4-FFF2-40B4-BE49-F238E27FC236}">
                <a16:creationId xmlns:a16="http://schemas.microsoft.com/office/drawing/2014/main" id="{7C5B7199-CC00-4D38-8B48-F8A539112985}"/>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‹nº›</a:t>
            </a:fld>
            <a:endParaRPr lang="en-US" dirty="0"/>
          </a:p>
        </p:txBody>
      </p:sp>
      <p:sp>
        <p:nvSpPr>
          <p:cNvPr id="11" name="Date Placeholder 3">
            <a:extLst>
              <a:ext uri="{FF2B5EF4-FFF2-40B4-BE49-F238E27FC236}">
                <a16:creationId xmlns:a16="http://schemas.microsoft.com/office/drawing/2014/main" id="{16BC76EC-3453-4CE0-A71D-BD21940757B4}"/>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Friday, January 2, 2026</a:t>
            </a:fld>
            <a:endParaRPr lang="en-US" dirty="0"/>
          </a:p>
        </p:txBody>
      </p:sp>
    </p:spTree>
    <p:extLst>
      <p:ext uri="{BB962C8B-B14F-4D97-AF65-F5344CB8AC3E}">
        <p14:creationId xmlns:p14="http://schemas.microsoft.com/office/powerpoint/2010/main" val="1839634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7685-BDD9-488F-B082-33592E0F1364}"/>
              </a:ext>
            </a:extLst>
          </p:cNvPr>
          <p:cNvSpPr>
            <a:spLocks noGrp="1"/>
          </p:cNvSpPr>
          <p:nvPr>
            <p:ph type="title"/>
          </p:nvPr>
        </p:nvSpPr>
        <p:spPr/>
        <p:txBody>
          <a:bodyPr wrap="square"/>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E9CB5FF-7FB5-4B8A-BF1C-48765D40B4C0}"/>
              </a:ext>
            </a:extLst>
          </p:cNvPr>
          <p:cNvSpPr>
            <a:spLocks noGrp="1"/>
          </p:cNvSpPr>
          <p:nvPr>
            <p:ph idx="1"/>
          </p:nvPr>
        </p:nvSpPr>
        <p:spPr>
          <a:xfrm>
            <a:off x="448056" y="1735200"/>
            <a:ext cx="11293200" cy="3783013"/>
          </a:xfrm>
        </p:spPr>
        <p:txBody>
          <a:bodyPr wrap="square"/>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BDA03860-F8F0-4186-B5D0-72C935B2C2A9}"/>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8" name="Slide Number Placeholder 5">
            <a:extLst>
              <a:ext uri="{FF2B5EF4-FFF2-40B4-BE49-F238E27FC236}">
                <a16:creationId xmlns:a16="http://schemas.microsoft.com/office/drawing/2014/main" id="{60B9D802-9E36-42DA-B6CA-6C937CBE8A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‹nº›</a:t>
            </a:fld>
            <a:endParaRPr lang="en-US" dirty="0"/>
          </a:p>
        </p:txBody>
      </p:sp>
      <p:sp>
        <p:nvSpPr>
          <p:cNvPr id="9" name="Date Placeholder 3">
            <a:extLst>
              <a:ext uri="{FF2B5EF4-FFF2-40B4-BE49-F238E27FC236}">
                <a16:creationId xmlns:a16="http://schemas.microsoft.com/office/drawing/2014/main" id="{C227B5A7-BF66-4C50-9DAD-A24070310B83}"/>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Friday, January 2, 2026</a:t>
            </a:fld>
            <a:endParaRPr lang="en-US" dirty="0"/>
          </a:p>
        </p:txBody>
      </p:sp>
    </p:spTree>
    <p:extLst>
      <p:ext uri="{BB962C8B-B14F-4D97-AF65-F5344CB8AC3E}">
        <p14:creationId xmlns:p14="http://schemas.microsoft.com/office/powerpoint/2010/main" val="3923196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2B8D-DB20-44D1-84BC-F76685913380}"/>
              </a:ext>
            </a:extLst>
          </p:cNvPr>
          <p:cNvSpPr>
            <a:spLocks noGrp="1"/>
          </p:cNvSpPr>
          <p:nvPr>
            <p:ph type="title"/>
          </p:nvPr>
        </p:nvSpPr>
        <p:spPr>
          <a:xfrm>
            <a:off x="448056" y="448056"/>
            <a:ext cx="11311128" cy="3401568"/>
          </a:xfrm>
        </p:spPr>
        <p:txBody>
          <a:bodyPr anchor="b">
            <a:normAutofit/>
          </a:bodyPr>
          <a:lstStyle>
            <a:lvl1pPr>
              <a:defRPr sz="6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594C298-618E-4642-8F2B-8DD253ED5C06}"/>
              </a:ext>
            </a:extLst>
          </p:cNvPr>
          <p:cNvSpPr>
            <a:spLocks noGrp="1"/>
          </p:cNvSpPr>
          <p:nvPr>
            <p:ph type="body" idx="1"/>
          </p:nvPr>
        </p:nvSpPr>
        <p:spPr>
          <a:xfrm>
            <a:off x="448056" y="4471416"/>
            <a:ext cx="11292840" cy="1481328"/>
          </a:xfrm>
        </p:spPr>
        <p:txBody>
          <a:bodyPr/>
          <a:lstStyle>
            <a:lvl1pPr marL="0" indent="0">
              <a:lnSpc>
                <a:spcPct val="120000"/>
              </a:lnSpc>
              <a:buNone/>
              <a:defRPr sz="2400">
                <a:solidFill>
                  <a:schemeClr val="tx2">
                    <a:alpha val="5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B3ECD5-2EEA-457B-9C93-36F8AF368EC7}"/>
              </a:ext>
            </a:extLst>
          </p:cNvPr>
          <p:cNvSpPr>
            <a:spLocks noGrp="1"/>
          </p:cNvSpPr>
          <p:nvPr>
            <p:ph type="dt" sz="half" idx="10"/>
          </p:nvPr>
        </p:nvSpPr>
        <p:spPr>
          <a:xfrm>
            <a:off x="438912" y="6153912"/>
            <a:ext cx="3456432" cy="502920"/>
          </a:xfrm>
          <a:prstGeom prst="rect">
            <a:avLst/>
          </a:prstGeom>
        </p:spPr>
        <p:txBody>
          <a:bodyPr/>
          <a:lstStyle/>
          <a:p>
            <a:fld id="{10EDCA73-0A86-4195-A787-75037827079D}" type="datetime2">
              <a:rPr lang="en-US" smtClean="0"/>
              <a:t>Friday, January 2, 2026</a:t>
            </a:fld>
            <a:endParaRPr lang="en-US"/>
          </a:p>
        </p:txBody>
      </p:sp>
      <p:sp>
        <p:nvSpPr>
          <p:cNvPr id="5" name="Footer Placeholder 4">
            <a:extLst>
              <a:ext uri="{FF2B5EF4-FFF2-40B4-BE49-F238E27FC236}">
                <a16:creationId xmlns:a16="http://schemas.microsoft.com/office/drawing/2014/main" id="{D79A15D4-F172-4025-9290-C8F5D419720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926CD73-9984-4E1D-BD74-37115C1F4C57}"/>
              </a:ext>
            </a:extLst>
          </p:cNvPr>
          <p:cNvSpPr>
            <a:spLocks noGrp="1"/>
          </p:cNvSpPr>
          <p:nvPr>
            <p:ph type="sldNum" sz="quarter" idx="12"/>
          </p:nvPr>
        </p:nvSpPr>
        <p:spPr/>
        <p:txBody>
          <a:bodyPr rIns="219456"/>
          <a:lstStyle/>
          <a:p>
            <a:fld id="{0D309695-DEC3-40DA-9DF5-330280C9D0E8}" type="slidenum">
              <a:rPr lang="en-US" smtClean="0"/>
              <a:t>‹nº›</a:t>
            </a:fld>
            <a:endParaRPr lang="en-US"/>
          </a:p>
        </p:txBody>
      </p:sp>
      <p:cxnSp>
        <p:nvCxnSpPr>
          <p:cNvPr id="8" name="Straight Connector 7">
            <a:extLst>
              <a:ext uri="{FF2B5EF4-FFF2-40B4-BE49-F238E27FC236}">
                <a16:creationId xmlns:a16="http://schemas.microsoft.com/office/drawing/2014/main" id="{E99FAD47-5E44-4EE5-A422-A77593F8F3A3}"/>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8110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4E41-AB27-418C-AA9E-8F863DDE362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8B9E10A-E18D-4122-A71B-0A22F695E076}"/>
              </a:ext>
            </a:extLst>
          </p:cNvPr>
          <p:cNvSpPr>
            <a:spLocks noGrp="1"/>
          </p:cNvSpPr>
          <p:nvPr>
            <p:ph sz="half" idx="1"/>
          </p:nvPr>
        </p:nvSpPr>
        <p:spPr>
          <a:xfrm>
            <a:off x="448056" y="1735200"/>
            <a:ext cx="5431536" cy="4214750"/>
          </a:xfrm>
        </p:spPr>
        <p:txBody>
          <a:bodyPr/>
          <a:lstStyle>
            <a:lvl1pPr marL="450000">
              <a:defRPr/>
            </a:lvl1pPr>
            <a:lvl2pPr marL="900000">
              <a:defRPr/>
            </a:lvl2pPr>
            <a:lvl3pPr marL="1350000">
              <a:defRPr/>
            </a:lvl3pPr>
            <a:lvl4pPr marL="1800000">
              <a:defRPr/>
            </a:lvl4pPr>
            <a:lvl5pPr marL="225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0CB980D-2720-431B-88C8-4D837023BBFF}"/>
              </a:ext>
            </a:extLst>
          </p:cNvPr>
          <p:cNvSpPr>
            <a:spLocks noGrp="1"/>
          </p:cNvSpPr>
          <p:nvPr>
            <p:ph sz="half" idx="2"/>
          </p:nvPr>
        </p:nvSpPr>
        <p:spPr>
          <a:xfrm>
            <a:off x="6309360" y="1735200"/>
            <a:ext cx="5431536" cy="4214750"/>
          </a:xfrm>
        </p:spPr>
        <p:txBody>
          <a:bodyPr/>
          <a:lstStyle>
            <a:lvl2pPr marL="900000">
              <a:defRPr/>
            </a:lvl2pPr>
            <a:lvl3pPr marL="1350000">
              <a:defRPr/>
            </a:lvl3pPr>
            <a:lvl4pPr marL="1800000">
              <a:defRPr/>
            </a:lvl4pPr>
            <a:lvl5pPr marL="243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E8EB211-F6F7-4C53-B25F-F1EBF7A8BF4E}"/>
              </a:ext>
            </a:extLst>
          </p:cNvPr>
          <p:cNvSpPr>
            <a:spLocks noGrp="1"/>
          </p:cNvSpPr>
          <p:nvPr>
            <p:ph type="dt" sz="half" idx="10"/>
          </p:nvPr>
        </p:nvSpPr>
        <p:spPr>
          <a:xfrm>
            <a:off x="438912" y="6153912"/>
            <a:ext cx="3456432" cy="502920"/>
          </a:xfrm>
          <a:prstGeom prst="rect">
            <a:avLst/>
          </a:prstGeom>
        </p:spPr>
        <p:txBody>
          <a:bodyPr/>
          <a:lstStyle/>
          <a:p>
            <a:fld id="{83C75374-B296-498E-A935-80631EA9020D}" type="datetime2">
              <a:rPr lang="en-US" smtClean="0"/>
              <a:t>Friday, January 2, 2026</a:t>
            </a:fld>
            <a:endParaRPr lang="en-US"/>
          </a:p>
        </p:txBody>
      </p:sp>
      <p:sp>
        <p:nvSpPr>
          <p:cNvPr id="6" name="Footer Placeholder 5">
            <a:extLst>
              <a:ext uri="{FF2B5EF4-FFF2-40B4-BE49-F238E27FC236}">
                <a16:creationId xmlns:a16="http://schemas.microsoft.com/office/drawing/2014/main" id="{D0AA830D-482E-415E-B855-D561B94BDC2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D7FB2AC-9F49-4D35-8C5E-ECECC6B13134}"/>
              </a:ext>
            </a:extLst>
          </p:cNvPr>
          <p:cNvSpPr>
            <a:spLocks noGrp="1"/>
          </p:cNvSpPr>
          <p:nvPr>
            <p:ph type="sldNum" sz="quarter" idx="12"/>
          </p:nvPr>
        </p:nvSpPr>
        <p:spPr/>
        <p:txBody>
          <a:bodyPr rIns="219456"/>
          <a:lstStyle/>
          <a:p>
            <a:fld id="{0D309695-DEC3-40DA-9DF5-330280C9D0E8}" type="slidenum">
              <a:rPr lang="en-US" smtClean="0"/>
              <a:t>‹nº›</a:t>
            </a:fld>
            <a:endParaRPr lang="en-US"/>
          </a:p>
        </p:txBody>
      </p:sp>
    </p:spTree>
    <p:extLst>
      <p:ext uri="{BB962C8B-B14F-4D97-AF65-F5344CB8AC3E}">
        <p14:creationId xmlns:p14="http://schemas.microsoft.com/office/powerpoint/2010/main" val="870610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5D59-DC0A-4295-8714-902B54B983AF}"/>
              </a:ext>
            </a:extLst>
          </p:cNvPr>
          <p:cNvSpPr>
            <a:spLocks noGrp="1"/>
          </p:cNvSpPr>
          <p:nvPr>
            <p:ph type="title"/>
          </p:nvPr>
        </p:nvSpPr>
        <p:spPr>
          <a:xfrm>
            <a:off x="448056" y="388800"/>
            <a:ext cx="11311128" cy="114120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67A33E2-E7AE-4E37-9DF1-69697E45D2A7}"/>
              </a:ext>
            </a:extLst>
          </p:cNvPr>
          <p:cNvSpPr>
            <a:spLocks noGrp="1"/>
          </p:cNvSpPr>
          <p:nvPr>
            <p:ph type="body" idx="1"/>
          </p:nvPr>
        </p:nvSpPr>
        <p:spPr>
          <a:xfrm>
            <a:off x="448056"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2E79D5-E651-4B82-AFAA-DE6E16AC3EB8}"/>
              </a:ext>
            </a:extLst>
          </p:cNvPr>
          <p:cNvSpPr>
            <a:spLocks noGrp="1"/>
          </p:cNvSpPr>
          <p:nvPr>
            <p:ph sz="half" idx="2"/>
          </p:nvPr>
        </p:nvSpPr>
        <p:spPr>
          <a:xfrm>
            <a:off x="448056"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1A91196-F771-42C3-A726-A4ECF561FFF3}"/>
              </a:ext>
            </a:extLst>
          </p:cNvPr>
          <p:cNvSpPr>
            <a:spLocks noGrp="1"/>
          </p:cNvSpPr>
          <p:nvPr>
            <p:ph type="body" sz="quarter" idx="3"/>
          </p:nvPr>
        </p:nvSpPr>
        <p:spPr>
          <a:xfrm>
            <a:off x="6309360"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76BA18-D373-4B5F-B812-5D5E4C2378E7}"/>
              </a:ext>
            </a:extLst>
          </p:cNvPr>
          <p:cNvSpPr>
            <a:spLocks noGrp="1"/>
          </p:cNvSpPr>
          <p:nvPr>
            <p:ph sz="quarter" idx="4"/>
          </p:nvPr>
        </p:nvSpPr>
        <p:spPr>
          <a:xfrm>
            <a:off x="6309360"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F395D0EB-9F99-4C95-ADA6-AC6B493CCA9D}"/>
              </a:ext>
            </a:extLst>
          </p:cNvPr>
          <p:cNvSpPr>
            <a:spLocks noGrp="1"/>
          </p:cNvSpPr>
          <p:nvPr>
            <p:ph type="dt" sz="half" idx="10"/>
          </p:nvPr>
        </p:nvSpPr>
        <p:spPr>
          <a:xfrm>
            <a:off x="438912" y="6153912"/>
            <a:ext cx="3456432" cy="502920"/>
          </a:xfrm>
          <a:prstGeom prst="rect">
            <a:avLst/>
          </a:prstGeom>
        </p:spPr>
        <p:txBody>
          <a:bodyPr/>
          <a:lstStyle/>
          <a:p>
            <a:fld id="{B098B728-214A-4ABC-8432-5B3A5A66A987}" type="datetime2">
              <a:rPr lang="en-US" smtClean="0"/>
              <a:t>Friday, January 2, 2026</a:t>
            </a:fld>
            <a:endParaRPr lang="en-US" dirty="0"/>
          </a:p>
        </p:txBody>
      </p:sp>
      <p:sp>
        <p:nvSpPr>
          <p:cNvPr id="8" name="Footer Placeholder 7">
            <a:extLst>
              <a:ext uri="{FF2B5EF4-FFF2-40B4-BE49-F238E27FC236}">
                <a16:creationId xmlns:a16="http://schemas.microsoft.com/office/drawing/2014/main" id="{27EB69A9-1E48-4683-8873-D888C39E6EE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57E419C-3010-4562-BA4B-ECBC2DBE629E}"/>
              </a:ext>
            </a:extLst>
          </p:cNvPr>
          <p:cNvSpPr>
            <a:spLocks noGrp="1"/>
          </p:cNvSpPr>
          <p:nvPr>
            <p:ph type="sldNum" sz="quarter" idx="12"/>
          </p:nvPr>
        </p:nvSpPr>
        <p:spPr/>
        <p:txBody>
          <a:bodyPr rIns="219456"/>
          <a:lstStyle/>
          <a:p>
            <a:fld id="{0D309695-DEC3-40DA-9DF5-330280C9D0E8}" type="slidenum">
              <a:rPr lang="en-US" smtClean="0"/>
              <a:t>‹nº›</a:t>
            </a:fld>
            <a:endParaRPr lang="en-US"/>
          </a:p>
        </p:txBody>
      </p:sp>
    </p:spTree>
    <p:extLst>
      <p:ext uri="{BB962C8B-B14F-4D97-AF65-F5344CB8AC3E}">
        <p14:creationId xmlns:p14="http://schemas.microsoft.com/office/powerpoint/2010/main" val="3773869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8066-A255-4886-A4B0-2AC829A768F3}"/>
              </a:ext>
            </a:extLst>
          </p:cNvPr>
          <p:cNvSpPr>
            <a:spLocks noGrp="1"/>
          </p:cNvSpPr>
          <p:nvPr>
            <p:ph type="title"/>
          </p:nvPr>
        </p:nvSpPr>
        <p:spPr>
          <a:xfrm>
            <a:off x="448056" y="388800"/>
            <a:ext cx="11311128" cy="5559552"/>
          </a:xfrm>
        </p:spPr>
        <p:txBody>
          <a:bodyPr wrap="square"/>
          <a:lstStyle/>
          <a:p>
            <a:r>
              <a:rPr lang="en-US"/>
              <a:t>Click to edit Master title style</a:t>
            </a:r>
            <a:endParaRPr lang="en-US" dirty="0"/>
          </a:p>
        </p:txBody>
      </p:sp>
      <p:sp>
        <p:nvSpPr>
          <p:cNvPr id="3" name="Date Placeholder 2">
            <a:extLst>
              <a:ext uri="{FF2B5EF4-FFF2-40B4-BE49-F238E27FC236}">
                <a16:creationId xmlns:a16="http://schemas.microsoft.com/office/drawing/2014/main" id="{2068D80A-6560-46E3-AF30-9CEC54EA747C}"/>
              </a:ext>
            </a:extLst>
          </p:cNvPr>
          <p:cNvSpPr>
            <a:spLocks noGrp="1"/>
          </p:cNvSpPr>
          <p:nvPr>
            <p:ph type="dt" sz="half" idx="10"/>
          </p:nvPr>
        </p:nvSpPr>
        <p:spPr>
          <a:xfrm>
            <a:off x="438912" y="6153912"/>
            <a:ext cx="3456432" cy="502920"/>
          </a:xfrm>
          <a:prstGeom prst="rect">
            <a:avLst/>
          </a:prstGeom>
        </p:spPr>
        <p:txBody>
          <a:bodyPr/>
          <a:lstStyle/>
          <a:p>
            <a:fld id="{015F02D0-6806-43AF-9888-2359BF40C204}" type="datetime2">
              <a:rPr lang="en-US" smtClean="0"/>
              <a:t>Friday, January 2, 2026</a:t>
            </a:fld>
            <a:endParaRPr lang="en-US"/>
          </a:p>
        </p:txBody>
      </p:sp>
      <p:sp>
        <p:nvSpPr>
          <p:cNvPr id="4" name="Footer Placeholder 3">
            <a:extLst>
              <a:ext uri="{FF2B5EF4-FFF2-40B4-BE49-F238E27FC236}">
                <a16:creationId xmlns:a16="http://schemas.microsoft.com/office/drawing/2014/main" id="{4AB673C2-FB1E-46F5-8CFB-93B9DB807075}"/>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91E2120-410F-4382-81AB-37F161F72150}"/>
              </a:ext>
            </a:extLst>
          </p:cNvPr>
          <p:cNvSpPr>
            <a:spLocks noGrp="1"/>
          </p:cNvSpPr>
          <p:nvPr>
            <p:ph type="sldNum" sz="quarter" idx="12"/>
          </p:nvPr>
        </p:nvSpPr>
        <p:spPr/>
        <p:txBody>
          <a:bodyPr rIns="219456"/>
          <a:lstStyle/>
          <a:p>
            <a:fld id="{0D309695-DEC3-40DA-9DF5-330280C9D0E8}" type="slidenum">
              <a:rPr lang="en-US" smtClean="0"/>
              <a:t>‹nº›</a:t>
            </a:fld>
            <a:endParaRPr lang="en-US"/>
          </a:p>
        </p:txBody>
      </p:sp>
    </p:spTree>
    <p:extLst>
      <p:ext uri="{BB962C8B-B14F-4D97-AF65-F5344CB8AC3E}">
        <p14:creationId xmlns:p14="http://schemas.microsoft.com/office/powerpoint/2010/main" val="40331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802222-E41B-48E7-BF06-5C5509D621C0}"/>
              </a:ext>
            </a:extLst>
          </p:cNvPr>
          <p:cNvSpPr>
            <a:spLocks noGrp="1"/>
          </p:cNvSpPr>
          <p:nvPr>
            <p:ph type="dt" sz="half" idx="10"/>
          </p:nvPr>
        </p:nvSpPr>
        <p:spPr>
          <a:xfrm>
            <a:off x="438912" y="6153912"/>
            <a:ext cx="3456432" cy="502920"/>
          </a:xfrm>
          <a:prstGeom prst="rect">
            <a:avLst/>
          </a:prstGeom>
        </p:spPr>
        <p:txBody>
          <a:bodyPr/>
          <a:lstStyle/>
          <a:p>
            <a:fld id="{8EE14D2D-B1AF-4197-82D6-FC1F8BD05681}" type="datetime2">
              <a:rPr lang="en-US" smtClean="0"/>
              <a:t>Friday, January 2, 2026</a:t>
            </a:fld>
            <a:endParaRPr lang="en-US"/>
          </a:p>
        </p:txBody>
      </p:sp>
      <p:sp>
        <p:nvSpPr>
          <p:cNvPr id="3" name="Footer Placeholder 2">
            <a:extLst>
              <a:ext uri="{FF2B5EF4-FFF2-40B4-BE49-F238E27FC236}">
                <a16:creationId xmlns:a16="http://schemas.microsoft.com/office/drawing/2014/main" id="{17A636E3-B721-46E8-882F-C123530F0FE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4FC1178-3E0E-449A-B799-009C04C069AF}"/>
              </a:ext>
            </a:extLst>
          </p:cNvPr>
          <p:cNvSpPr>
            <a:spLocks noGrp="1"/>
          </p:cNvSpPr>
          <p:nvPr>
            <p:ph type="sldNum" sz="quarter" idx="12"/>
          </p:nvPr>
        </p:nvSpPr>
        <p:spPr/>
        <p:txBody>
          <a:bodyPr/>
          <a:lstStyle/>
          <a:p>
            <a:fld id="{0D309695-DEC3-40DA-9DF5-330280C9D0E8}" type="slidenum">
              <a:rPr lang="en-US" smtClean="0"/>
              <a:t>‹nº›</a:t>
            </a:fld>
            <a:endParaRPr lang="en-US"/>
          </a:p>
        </p:txBody>
      </p:sp>
    </p:spTree>
    <p:extLst>
      <p:ext uri="{BB962C8B-B14F-4D97-AF65-F5344CB8AC3E}">
        <p14:creationId xmlns:p14="http://schemas.microsoft.com/office/powerpoint/2010/main" val="506130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3392-4FF4-4922-A14E-8AA23A9BDD7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04FB38E-5055-4C9B-9A3B-A7B3A4887944}"/>
              </a:ext>
            </a:extLst>
          </p:cNvPr>
          <p:cNvSpPr>
            <a:spLocks noGrp="1"/>
          </p:cNvSpPr>
          <p:nvPr>
            <p:ph idx="1"/>
          </p:nvPr>
        </p:nvSpPr>
        <p:spPr>
          <a:xfrm>
            <a:off x="4370832" y="393192"/>
            <a:ext cx="7379208" cy="5559552"/>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E2EC2DB-2ED3-408C-BFF2-F413C9D8F91E}"/>
              </a:ext>
            </a:extLst>
          </p:cNvPr>
          <p:cNvSpPr>
            <a:spLocks noGrp="1"/>
          </p:cNvSpPr>
          <p:nvPr>
            <p:ph type="body" sz="half" idx="2"/>
          </p:nvPr>
        </p:nvSpPr>
        <p:spPr>
          <a:xfrm>
            <a:off x="448056" y="1733550"/>
            <a:ext cx="3447288" cy="421919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74FDF-3000-4B2C-AC88-8CE34D680596}"/>
              </a:ext>
            </a:extLst>
          </p:cNvPr>
          <p:cNvSpPr>
            <a:spLocks noGrp="1"/>
          </p:cNvSpPr>
          <p:nvPr>
            <p:ph type="dt" sz="half" idx="10"/>
          </p:nvPr>
        </p:nvSpPr>
        <p:spPr>
          <a:xfrm>
            <a:off x="438912" y="6153912"/>
            <a:ext cx="3456432" cy="502920"/>
          </a:xfrm>
          <a:prstGeom prst="rect">
            <a:avLst/>
          </a:prstGeom>
        </p:spPr>
        <p:txBody>
          <a:bodyPr/>
          <a:lstStyle/>
          <a:p>
            <a:fld id="{98771CEB-9838-4245-91B8-EFBAFE2D8B44}" type="datetime2">
              <a:rPr lang="en-US" smtClean="0"/>
              <a:t>Friday, January 2, 2026</a:t>
            </a:fld>
            <a:endParaRPr lang="en-US"/>
          </a:p>
        </p:txBody>
      </p:sp>
      <p:sp>
        <p:nvSpPr>
          <p:cNvPr id="6" name="Footer Placeholder 5">
            <a:extLst>
              <a:ext uri="{FF2B5EF4-FFF2-40B4-BE49-F238E27FC236}">
                <a16:creationId xmlns:a16="http://schemas.microsoft.com/office/drawing/2014/main" id="{0DA0B7F4-5B8C-49BD-9BDA-FCBD13E24227}"/>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502BC00-0803-4A53-8657-91CE0DB80E54}"/>
              </a:ext>
            </a:extLst>
          </p:cNvPr>
          <p:cNvSpPr>
            <a:spLocks noGrp="1"/>
          </p:cNvSpPr>
          <p:nvPr>
            <p:ph type="sldNum" sz="quarter" idx="12"/>
          </p:nvPr>
        </p:nvSpPr>
        <p:spPr/>
        <p:txBody>
          <a:bodyPr/>
          <a:lstStyle/>
          <a:p>
            <a:fld id="{0D309695-DEC3-40DA-9DF5-330280C9D0E8}" type="slidenum">
              <a:rPr lang="en-US" smtClean="0"/>
              <a:t>‹nº›</a:t>
            </a:fld>
            <a:endParaRPr lang="en-US"/>
          </a:p>
        </p:txBody>
      </p:sp>
    </p:spTree>
    <p:extLst>
      <p:ext uri="{BB962C8B-B14F-4D97-AF65-F5344CB8AC3E}">
        <p14:creationId xmlns:p14="http://schemas.microsoft.com/office/powerpoint/2010/main" val="2646817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2A98-C272-40D9-B75A-77A3D58678E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AD50DAC-9AC3-4A9A-91B7-6C95E4362561}"/>
              </a:ext>
            </a:extLst>
          </p:cNvPr>
          <p:cNvSpPr>
            <a:spLocks noGrp="1"/>
          </p:cNvSpPr>
          <p:nvPr>
            <p:ph type="pic" idx="1"/>
          </p:nvPr>
        </p:nvSpPr>
        <p:spPr>
          <a:xfrm>
            <a:off x="4370832" y="441324"/>
            <a:ext cx="7373112" cy="55114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3721B04-C243-49A9-B5D3-483379290943}"/>
              </a:ext>
            </a:extLst>
          </p:cNvPr>
          <p:cNvSpPr>
            <a:spLocks noGrp="1"/>
          </p:cNvSpPr>
          <p:nvPr>
            <p:ph type="body" sz="half" idx="2"/>
          </p:nvPr>
        </p:nvSpPr>
        <p:spPr>
          <a:xfrm>
            <a:off x="448056" y="1735200"/>
            <a:ext cx="3447288" cy="421475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E949C-DD35-44F6-B45A-35134D7E1299}"/>
              </a:ext>
            </a:extLst>
          </p:cNvPr>
          <p:cNvSpPr>
            <a:spLocks noGrp="1"/>
          </p:cNvSpPr>
          <p:nvPr>
            <p:ph type="dt" sz="half" idx="10"/>
          </p:nvPr>
        </p:nvSpPr>
        <p:spPr>
          <a:xfrm>
            <a:off x="438912" y="6153912"/>
            <a:ext cx="3456432" cy="502920"/>
          </a:xfrm>
          <a:prstGeom prst="rect">
            <a:avLst/>
          </a:prstGeom>
        </p:spPr>
        <p:txBody>
          <a:bodyPr/>
          <a:lstStyle/>
          <a:p>
            <a:fld id="{51D3F6BF-A585-41F8-88DF-7E5D069F892A}" type="datetime2">
              <a:rPr lang="en-US" smtClean="0"/>
              <a:t>Friday, January 2, 2026</a:t>
            </a:fld>
            <a:endParaRPr lang="en-US"/>
          </a:p>
        </p:txBody>
      </p:sp>
      <p:sp>
        <p:nvSpPr>
          <p:cNvPr id="6" name="Footer Placeholder 5">
            <a:extLst>
              <a:ext uri="{FF2B5EF4-FFF2-40B4-BE49-F238E27FC236}">
                <a16:creationId xmlns:a16="http://schemas.microsoft.com/office/drawing/2014/main" id="{6BC70102-4B8E-4FEC-9BB7-97FDC1EABF8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6693AF-08A9-4388-A9B8-174D53955998}"/>
              </a:ext>
            </a:extLst>
          </p:cNvPr>
          <p:cNvSpPr>
            <a:spLocks noGrp="1"/>
          </p:cNvSpPr>
          <p:nvPr>
            <p:ph type="sldNum" sz="quarter" idx="12"/>
          </p:nvPr>
        </p:nvSpPr>
        <p:spPr/>
        <p:txBody>
          <a:bodyPr/>
          <a:lstStyle/>
          <a:p>
            <a:fld id="{0D309695-DEC3-40DA-9DF5-330280C9D0E8}" type="slidenum">
              <a:rPr lang="en-US" smtClean="0"/>
              <a:t>‹nº›</a:t>
            </a:fld>
            <a:endParaRPr lang="en-US"/>
          </a:p>
        </p:txBody>
      </p:sp>
    </p:spTree>
    <p:extLst>
      <p:ext uri="{BB962C8B-B14F-4D97-AF65-F5344CB8AC3E}">
        <p14:creationId xmlns:p14="http://schemas.microsoft.com/office/powerpoint/2010/main" val="4177794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33FC-38A1-463C-BF3D-0D99784E02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2AFD076A-A004-4560-A43B-028624E20D17}"/>
              </a:ext>
            </a:extLst>
          </p:cNvPr>
          <p:cNvSpPr>
            <a:spLocks noGrp="1"/>
          </p:cNvSpPr>
          <p:nvPr>
            <p:ph type="body" orient="vert" idx="1"/>
          </p:nvPr>
        </p:nvSpPr>
        <p:spPr>
          <a:xfrm>
            <a:off x="448056" y="1956816"/>
            <a:ext cx="11301984" cy="3995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FCFBA60-9309-4F2A-9FA9-305C4AFBECAF}"/>
              </a:ext>
            </a:extLst>
          </p:cNvPr>
          <p:cNvSpPr>
            <a:spLocks noGrp="1"/>
          </p:cNvSpPr>
          <p:nvPr>
            <p:ph type="dt" sz="half" idx="10"/>
          </p:nvPr>
        </p:nvSpPr>
        <p:spPr>
          <a:xfrm>
            <a:off x="438912" y="6153912"/>
            <a:ext cx="3456432" cy="502920"/>
          </a:xfrm>
          <a:prstGeom prst="rect">
            <a:avLst/>
          </a:prstGeom>
        </p:spPr>
        <p:txBody>
          <a:bodyPr/>
          <a:lstStyle/>
          <a:p>
            <a:fld id="{53CF612A-4CB0-4F57-9A87-F049CECB184D}" type="datetime2">
              <a:rPr lang="en-US" smtClean="0"/>
              <a:t>Friday, January 2, 2026</a:t>
            </a:fld>
            <a:endParaRPr lang="en-US"/>
          </a:p>
        </p:txBody>
      </p:sp>
      <p:sp>
        <p:nvSpPr>
          <p:cNvPr id="5" name="Footer Placeholder 4">
            <a:extLst>
              <a:ext uri="{FF2B5EF4-FFF2-40B4-BE49-F238E27FC236}">
                <a16:creationId xmlns:a16="http://schemas.microsoft.com/office/drawing/2014/main" id="{491BF451-928F-4E55-8A76-111D0E21121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B5EC161-BA80-4E93-AEB1-B61E38C098BB}"/>
              </a:ext>
            </a:extLst>
          </p:cNvPr>
          <p:cNvSpPr>
            <a:spLocks noGrp="1"/>
          </p:cNvSpPr>
          <p:nvPr>
            <p:ph type="sldNum" sz="quarter" idx="12"/>
          </p:nvPr>
        </p:nvSpPr>
        <p:spPr/>
        <p:txBody>
          <a:bodyPr/>
          <a:lstStyle/>
          <a:p>
            <a:fld id="{0D309695-DEC3-40DA-9DF5-330280C9D0E8}" type="slidenum">
              <a:rPr lang="en-US" smtClean="0"/>
              <a:t>‹nº›</a:t>
            </a:fld>
            <a:endParaRPr lang="en-US"/>
          </a:p>
        </p:txBody>
      </p:sp>
    </p:spTree>
    <p:extLst>
      <p:ext uri="{BB962C8B-B14F-4D97-AF65-F5344CB8AC3E}">
        <p14:creationId xmlns:p14="http://schemas.microsoft.com/office/powerpoint/2010/main" val="836911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44E3E-5EFE-4FCB-86A2-5E20CC6525EC}"/>
              </a:ext>
            </a:extLst>
          </p:cNvPr>
          <p:cNvSpPr>
            <a:spLocks noGrp="1"/>
          </p:cNvSpPr>
          <p:nvPr>
            <p:ph type="title" orient="vert"/>
          </p:nvPr>
        </p:nvSpPr>
        <p:spPr>
          <a:xfrm>
            <a:off x="10232136" y="448056"/>
            <a:ext cx="1581912" cy="550468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95005E-2E0C-4200-BF29-1135A35EE9B9}"/>
              </a:ext>
            </a:extLst>
          </p:cNvPr>
          <p:cNvSpPr>
            <a:spLocks noGrp="1"/>
          </p:cNvSpPr>
          <p:nvPr>
            <p:ph type="body" orient="vert" idx="1"/>
          </p:nvPr>
        </p:nvSpPr>
        <p:spPr>
          <a:xfrm>
            <a:off x="438912" y="438912"/>
            <a:ext cx="9436608" cy="55046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12BBBED-3B21-4271-BC0F-BBA258B59D48}"/>
              </a:ext>
            </a:extLst>
          </p:cNvPr>
          <p:cNvSpPr>
            <a:spLocks noGrp="1"/>
          </p:cNvSpPr>
          <p:nvPr>
            <p:ph type="dt" sz="half" idx="10"/>
          </p:nvPr>
        </p:nvSpPr>
        <p:spPr>
          <a:xfrm>
            <a:off x="438912" y="6153912"/>
            <a:ext cx="3456432" cy="502920"/>
          </a:xfrm>
          <a:prstGeom prst="rect">
            <a:avLst/>
          </a:prstGeom>
        </p:spPr>
        <p:txBody>
          <a:bodyPr/>
          <a:lstStyle/>
          <a:p>
            <a:fld id="{8F397F40-C8F7-4897-A6B8-241042F913A9}" type="datetime2">
              <a:rPr lang="en-US" smtClean="0"/>
              <a:t>Friday, January 2, 2026</a:t>
            </a:fld>
            <a:endParaRPr lang="en-US"/>
          </a:p>
        </p:txBody>
      </p:sp>
      <p:sp>
        <p:nvSpPr>
          <p:cNvPr id="5" name="Footer Placeholder 4">
            <a:extLst>
              <a:ext uri="{FF2B5EF4-FFF2-40B4-BE49-F238E27FC236}">
                <a16:creationId xmlns:a16="http://schemas.microsoft.com/office/drawing/2014/main" id="{2D89CED5-56F3-4943-8143-918F7A860CD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9C87180-7248-4741-8E3B-9AAFB414DD95}"/>
              </a:ext>
            </a:extLst>
          </p:cNvPr>
          <p:cNvSpPr>
            <a:spLocks noGrp="1"/>
          </p:cNvSpPr>
          <p:nvPr>
            <p:ph type="sldNum" sz="quarter" idx="12"/>
          </p:nvPr>
        </p:nvSpPr>
        <p:spPr/>
        <p:txBody>
          <a:bodyPr/>
          <a:lstStyle/>
          <a:p>
            <a:fld id="{0D309695-DEC3-40DA-9DF5-330280C9D0E8}" type="slidenum">
              <a:rPr lang="en-US" smtClean="0"/>
              <a:t>‹nº›</a:t>
            </a:fld>
            <a:endParaRPr lang="en-US"/>
          </a:p>
        </p:txBody>
      </p:sp>
    </p:spTree>
    <p:extLst>
      <p:ext uri="{BB962C8B-B14F-4D97-AF65-F5344CB8AC3E}">
        <p14:creationId xmlns:p14="http://schemas.microsoft.com/office/powerpoint/2010/main" val="3287755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DDBCE8-F60C-4E3A-83C0-BDE8DD2DE1FD}"/>
              </a:ext>
            </a:extLst>
          </p:cNvPr>
          <p:cNvSpPr>
            <a:spLocks noGrp="1"/>
          </p:cNvSpPr>
          <p:nvPr>
            <p:ph type="title"/>
          </p:nvPr>
        </p:nvSpPr>
        <p:spPr>
          <a:xfrm>
            <a:off x="448056" y="388800"/>
            <a:ext cx="11301984" cy="11412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BC57F-72F2-48BC-B1EE-1F2C6155D72E}"/>
              </a:ext>
            </a:extLst>
          </p:cNvPr>
          <p:cNvSpPr>
            <a:spLocks noGrp="1"/>
          </p:cNvSpPr>
          <p:nvPr>
            <p:ph type="body" idx="1"/>
          </p:nvPr>
        </p:nvSpPr>
        <p:spPr>
          <a:xfrm>
            <a:off x="448056" y="1733550"/>
            <a:ext cx="11293200" cy="3783013"/>
          </a:xfrm>
          <a:prstGeom prst="rect">
            <a:avLst/>
          </a:prstGeom>
        </p:spPr>
        <p:txBody>
          <a:bodyPr vert="horz" lIns="0" tIns="0" rIns="9144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30FBC45-A4BC-4EE5-82B1-8BC79122559A}"/>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6" name="Slide Number Placeholder 5">
            <a:extLst>
              <a:ext uri="{FF2B5EF4-FFF2-40B4-BE49-F238E27FC236}">
                <a16:creationId xmlns:a16="http://schemas.microsoft.com/office/drawing/2014/main" id="{725E1300-1995-409E-B058-59180872B6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‹nº›</a:t>
            </a:fld>
            <a:endParaRPr lang="en-US" dirty="0"/>
          </a:p>
        </p:txBody>
      </p:sp>
      <p:sp>
        <p:nvSpPr>
          <p:cNvPr id="10" name="Date Placeholder 3">
            <a:extLst>
              <a:ext uri="{FF2B5EF4-FFF2-40B4-BE49-F238E27FC236}">
                <a16:creationId xmlns:a16="http://schemas.microsoft.com/office/drawing/2014/main" id="{639030E9-7F3B-403F-96B2-7C2C627C30A0}"/>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Friday, January 2, 2026</a:t>
            </a:fld>
            <a:endParaRPr lang="en-US" dirty="0"/>
          </a:p>
        </p:txBody>
      </p:sp>
    </p:spTree>
    <p:extLst>
      <p:ext uri="{BB962C8B-B14F-4D97-AF65-F5344CB8AC3E}">
        <p14:creationId xmlns:p14="http://schemas.microsoft.com/office/powerpoint/2010/main" val="1236680005"/>
      </p:ext>
    </p:extLst>
  </p:cSld>
  <p:clrMap bg1="dk1" tx1="lt1" bg2="dk2" tx2="lt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hf sldNum="0" hdr="0" ftr="0" dt="0"/>
  <p:txStyles>
    <p:titleStyle>
      <a:lvl1pPr algn="l" defTabSz="914400" rtl="0" eaLnBrk="1" latinLnBrk="0" hangingPunct="1">
        <a:lnSpc>
          <a:spcPct val="90000"/>
        </a:lnSpc>
        <a:spcBef>
          <a:spcPct val="0"/>
        </a:spcBef>
        <a:buNone/>
        <a:defRPr sz="2800" i="1" kern="1200">
          <a:solidFill>
            <a:schemeClr val="tx2"/>
          </a:solidFill>
          <a:latin typeface="+mj-lt"/>
          <a:ea typeface="+mj-ea"/>
          <a:cs typeface="+mj-cs"/>
        </a:defRPr>
      </a:lvl1pPr>
    </p:titleStyle>
    <p:bodyStyle>
      <a:lvl1pPr marL="450000" indent="-448056" algn="l" defTabSz="914400" rtl="0" eaLnBrk="1" latinLnBrk="0" hangingPunct="1">
        <a:lnSpc>
          <a:spcPct val="140000"/>
        </a:lnSpc>
        <a:spcBef>
          <a:spcPts val="1000"/>
        </a:spcBef>
        <a:buFont typeface="Calibri Light" panose="020F0302020204030204" pitchFamily="34" charset="0"/>
        <a:buChar char="→"/>
        <a:defRPr sz="1800" kern="1200">
          <a:solidFill>
            <a:schemeClr val="tx2">
              <a:alpha val="55000"/>
            </a:schemeClr>
          </a:solidFill>
          <a:latin typeface="+mn-lt"/>
          <a:ea typeface="+mn-ea"/>
          <a:cs typeface="+mn-cs"/>
        </a:defRPr>
      </a:lvl1pPr>
      <a:lvl2pPr marL="90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2pPr>
      <a:lvl3pPr marL="135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3pPr>
      <a:lvl4pPr marL="180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4pPr>
      <a:lvl5pPr marL="225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2E5B6AE-5EFE-45F0-A2AE-ED771CA3D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A66D190-8B99-A578-AEF1-2455C1EEE84B}"/>
              </a:ext>
            </a:extLst>
          </p:cNvPr>
          <p:cNvSpPr>
            <a:spLocks noGrp="1"/>
          </p:cNvSpPr>
          <p:nvPr>
            <p:ph type="ctrTitle"/>
          </p:nvPr>
        </p:nvSpPr>
        <p:spPr>
          <a:xfrm>
            <a:off x="448055" y="655200"/>
            <a:ext cx="5432045" cy="1969200"/>
          </a:xfrm>
        </p:spPr>
        <p:txBody>
          <a:bodyPr anchor="b">
            <a:normAutofit/>
          </a:bodyPr>
          <a:lstStyle/>
          <a:p>
            <a:r>
              <a:rPr lang="pt-BR" dirty="0"/>
              <a:t>Unity RA</a:t>
            </a:r>
          </a:p>
        </p:txBody>
      </p:sp>
      <p:sp>
        <p:nvSpPr>
          <p:cNvPr id="3" name="Subtítulo 2">
            <a:extLst>
              <a:ext uri="{FF2B5EF4-FFF2-40B4-BE49-F238E27FC236}">
                <a16:creationId xmlns:a16="http://schemas.microsoft.com/office/drawing/2014/main" id="{8ABED46B-B4AF-0B38-54F7-46EB6810B60C}"/>
              </a:ext>
            </a:extLst>
          </p:cNvPr>
          <p:cNvSpPr>
            <a:spLocks noGrp="1"/>
          </p:cNvSpPr>
          <p:nvPr>
            <p:ph type="subTitle" idx="1"/>
          </p:nvPr>
        </p:nvSpPr>
        <p:spPr>
          <a:xfrm>
            <a:off x="448055" y="2624400"/>
            <a:ext cx="5432045" cy="3326456"/>
          </a:xfrm>
        </p:spPr>
        <p:txBody>
          <a:bodyPr>
            <a:normAutofit/>
          </a:bodyPr>
          <a:lstStyle/>
          <a:p>
            <a:r>
              <a:rPr lang="pt-BR" sz="6400"/>
              <a:t>Plane Detection</a:t>
            </a:r>
          </a:p>
        </p:txBody>
      </p:sp>
      <p:cxnSp>
        <p:nvCxnSpPr>
          <p:cNvPr id="11" name="Straight Connector 10">
            <a:extLst>
              <a:ext uri="{FF2B5EF4-FFF2-40B4-BE49-F238E27FC236}">
                <a16:creationId xmlns:a16="http://schemas.microsoft.com/office/drawing/2014/main" id="{D255B435-D9F3-4A31-B89E-36741390DB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450000"/>
            <a:ext cx="5432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F28F4E6-2AE4-ACB1-4C92-63808E86E7C9}"/>
              </a:ext>
            </a:extLst>
          </p:cNvPr>
          <p:cNvPicPr>
            <a:picLocks noChangeAspect="1"/>
          </p:cNvPicPr>
          <p:nvPr/>
        </p:nvPicPr>
        <p:blipFill>
          <a:blip r:embed="rId2"/>
          <a:srcRect l="18551" r="24004" b="2"/>
          <a:stretch>
            <a:fillRect/>
          </a:stretch>
        </p:blipFill>
        <p:spPr>
          <a:xfrm>
            <a:off x="6311900" y="10"/>
            <a:ext cx="5880100" cy="6857990"/>
          </a:xfrm>
          <a:prstGeom prst="rect">
            <a:avLst/>
          </a:prstGeom>
        </p:spPr>
      </p:pic>
    </p:spTree>
    <p:extLst>
      <p:ext uri="{BB962C8B-B14F-4D97-AF65-F5344CB8AC3E}">
        <p14:creationId xmlns:p14="http://schemas.microsoft.com/office/powerpoint/2010/main" val="3163857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C685DFD-672C-137E-C3F3-A836B4C871DC}"/>
              </a:ext>
            </a:extLst>
          </p:cNvPr>
          <p:cNvSpPr>
            <a:spLocks noGrp="1"/>
          </p:cNvSpPr>
          <p:nvPr>
            <p:ph type="title"/>
          </p:nvPr>
        </p:nvSpPr>
        <p:spPr>
          <a:xfrm>
            <a:off x="448056" y="388800"/>
            <a:ext cx="5432044" cy="860400"/>
          </a:xfrm>
        </p:spPr>
        <p:txBody>
          <a:bodyPr anchor="b">
            <a:normAutofit/>
          </a:bodyPr>
          <a:lstStyle/>
          <a:p>
            <a:r>
              <a:rPr lang="pt-BR" dirty="0"/>
              <a:t>Plane </a:t>
            </a:r>
            <a:r>
              <a:rPr lang="pt-BR" dirty="0" err="1"/>
              <a:t>Detection</a:t>
            </a:r>
            <a:endParaRPr lang="pt-BR" dirty="0"/>
          </a:p>
        </p:txBody>
      </p:sp>
      <p:cxnSp>
        <p:nvCxnSpPr>
          <p:cNvPr id="1033" name="Straight Connector 1032">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9D0ECB72-60AD-897F-0316-6CEB4CDE6A53}"/>
              </a:ext>
            </a:extLst>
          </p:cNvPr>
          <p:cNvSpPr>
            <a:spLocks noGrp="1"/>
          </p:cNvSpPr>
          <p:nvPr>
            <p:ph idx="1"/>
          </p:nvPr>
        </p:nvSpPr>
        <p:spPr>
          <a:xfrm>
            <a:off x="448056" y="1944000"/>
            <a:ext cx="5432044" cy="4006800"/>
          </a:xfrm>
        </p:spPr>
        <p:txBody>
          <a:bodyPr>
            <a:normAutofit fontScale="85000" lnSpcReduction="10000"/>
          </a:bodyPr>
          <a:lstStyle/>
          <a:p>
            <a:pPr algn="l">
              <a:lnSpc>
                <a:spcPts val="1800"/>
              </a:lnSpc>
              <a:buNone/>
            </a:pPr>
            <a:r>
              <a:rPr lang="pt-BR" b="0" i="0" dirty="0">
                <a:solidFill>
                  <a:srgbClr val="FFFFFF"/>
                </a:solidFill>
                <a:effectLst/>
                <a:latin typeface="Inter"/>
              </a:rPr>
              <a:t>Neste projeto, você criará um aplicativo de realidade aumentada que utiliza tecnologia de detecção de planos.</a:t>
            </a:r>
          </a:p>
          <a:p>
            <a:pPr algn="l">
              <a:lnSpc>
                <a:spcPts val="1800"/>
              </a:lnSpc>
              <a:buNone/>
            </a:pPr>
            <a:r>
              <a:rPr lang="pt-BR" b="0" i="0" dirty="0">
                <a:solidFill>
                  <a:srgbClr val="FFFFFF"/>
                </a:solidFill>
                <a:effectLst/>
                <a:latin typeface="Inter"/>
              </a:rPr>
              <a:t>Em realidade aumentada, você pode usar a detecção de planos para construir uma compreensão aproximada do ambiente físico ao seu redor: o chão, as paredes e qualquer superfície plana grande, como mesas ou sofás.</a:t>
            </a:r>
          </a:p>
          <a:p>
            <a:pPr algn="l">
              <a:lnSpc>
                <a:spcPts val="1800"/>
              </a:lnSpc>
              <a:buNone/>
            </a:pPr>
            <a:r>
              <a:rPr lang="pt-BR" b="0" i="0" dirty="0">
                <a:solidFill>
                  <a:srgbClr val="FFFFFF"/>
                </a:solidFill>
                <a:effectLst/>
                <a:latin typeface="Inter"/>
              </a:rPr>
              <a:t>A detecção de planos é extremamente útil em aplicações de realidade aumentada. Frequentemente, os usuários são solicitados a posicionar objetos em superfícies reais em seu ambiente, o que ajuda a dar a sensação de que esses objetos realmente estão ali.</a:t>
            </a:r>
          </a:p>
          <a:p>
            <a:pPr algn="l">
              <a:lnSpc>
                <a:spcPts val="1800"/>
              </a:lnSpc>
              <a:buNone/>
            </a:pPr>
            <a:r>
              <a:rPr lang="pt-BR" b="0" i="0" dirty="0">
                <a:solidFill>
                  <a:srgbClr val="FFFFFF"/>
                </a:solidFill>
                <a:effectLst/>
                <a:latin typeface="Inter"/>
              </a:rPr>
              <a:t>Neste primeiro tutorial, você criará uma nova cena em seu projeto Unity. Em seguida, você configurará sua cena para detectar planos em seu ambiente.</a:t>
            </a:r>
          </a:p>
          <a:p>
            <a:endParaRPr lang="pt-BR" dirty="0"/>
          </a:p>
        </p:txBody>
      </p:sp>
      <p:pic>
        <p:nvPicPr>
          <p:cNvPr id="1026" name="Picture 2" descr="Configure uma cena com detecção de aviões.">
            <a:extLst>
              <a:ext uri="{FF2B5EF4-FFF2-40B4-BE49-F238E27FC236}">
                <a16:creationId xmlns:a16="http://schemas.microsoft.com/office/drawing/2014/main" id="{1EF50347-A2C8-E331-16FC-FF696A3FEE0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07308" y="1673640"/>
            <a:ext cx="5441280" cy="3060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160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BC95D3F-C52F-4F07-95D4-836E1078E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descr="Tela de jogo de vídeo game&#10;&#10;O conteúdo gerado por IA pode estar incorreto.">
            <a:extLst>
              <a:ext uri="{FF2B5EF4-FFF2-40B4-BE49-F238E27FC236}">
                <a16:creationId xmlns:a16="http://schemas.microsoft.com/office/drawing/2014/main" id="{4D6B4F8D-1166-ED5F-1A20-E9C4E6B9DCAD}"/>
              </a:ext>
            </a:extLst>
          </p:cNvPr>
          <p:cNvPicPr>
            <a:picLocks noChangeAspect="1"/>
          </p:cNvPicPr>
          <p:nvPr/>
        </p:nvPicPr>
        <p:blipFill>
          <a:blip r:embed="rId2"/>
          <a:srcRect b="4255"/>
          <a:stretch>
            <a:fillRect/>
          </a:stretch>
        </p:blipFill>
        <p:spPr>
          <a:xfrm>
            <a:off x="20" y="10"/>
            <a:ext cx="12191980" cy="6857989"/>
          </a:xfrm>
          <a:prstGeom prst="rect">
            <a:avLst/>
          </a:prstGeom>
        </p:spPr>
      </p:pic>
      <p:sp>
        <p:nvSpPr>
          <p:cNvPr id="4" name="Seta: para a Direita 3">
            <a:extLst>
              <a:ext uri="{FF2B5EF4-FFF2-40B4-BE49-F238E27FC236}">
                <a16:creationId xmlns:a16="http://schemas.microsoft.com/office/drawing/2014/main" id="{FEE8F65D-9E6F-E0A8-E9F4-232575065FE5}"/>
              </a:ext>
            </a:extLst>
          </p:cNvPr>
          <p:cNvSpPr/>
          <p:nvPr/>
        </p:nvSpPr>
        <p:spPr>
          <a:xfrm rot="19159568">
            <a:off x="9438968" y="2153265"/>
            <a:ext cx="875071" cy="7472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006774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Interface gráfica do usuário, Aplicativo">
            <a:extLst>
              <a:ext uri="{FF2B5EF4-FFF2-40B4-BE49-F238E27FC236}">
                <a16:creationId xmlns:a16="http://schemas.microsoft.com/office/drawing/2014/main" id="{073BB52C-A190-BDF4-EC22-F4DE20565992}"/>
              </a:ext>
            </a:extLst>
          </p:cNvPr>
          <p:cNvPicPr>
            <a:picLocks noChangeAspect="1"/>
          </p:cNvPicPr>
          <p:nvPr/>
        </p:nvPicPr>
        <p:blipFill>
          <a:blip r:embed="rId2"/>
          <a:stretch>
            <a:fillRect/>
          </a:stretch>
        </p:blipFill>
        <p:spPr>
          <a:xfrm>
            <a:off x="0" y="0"/>
            <a:ext cx="12192000" cy="6776720"/>
          </a:xfrm>
          <a:prstGeom prst="rect">
            <a:avLst/>
          </a:prstGeom>
        </p:spPr>
      </p:pic>
      <p:sp>
        <p:nvSpPr>
          <p:cNvPr id="4" name="Seta: para a Direita 3">
            <a:extLst>
              <a:ext uri="{FF2B5EF4-FFF2-40B4-BE49-F238E27FC236}">
                <a16:creationId xmlns:a16="http://schemas.microsoft.com/office/drawing/2014/main" id="{E8F12AEC-E57A-4AD6-9EF1-8FF8A9B36DAB}"/>
              </a:ext>
            </a:extLst>
          </p:cNvPr>
          <p:cNvSpPr/>
          <p:nvPr/>
        </p:nvSpPr>
        <p:spPr>
          <a:xfrm rot="2048042">
            <a:off x="8613058" y="5673214"/>
            <a:ext cx="875071" cy="7472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644663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DD293A87-1F98-6106-C7B0-1861AEB195E4}"/>
              </a:ext>
            </a:extLst>
          </p:cNvPr>
          <p:cNvSpPr txBox="1"/>
          <p:nvPr/>
        </p:nvSpPr>
        <p:spPr>
          <a:xfrm>
            <a:off x="157316" y="96230"/>
            <a:ext cx="9537290" cy="1200329"/>
          </a:xfrm>
          <a:prstGeom prst="rect">
            <a:avLst/>
          </a:prstGeom>
          <a:noFill/>
        </p:spPr>
        <p:txBody>
          <a:bodyPr wrap="square">
            <a:spAutoFit/>
          </a:bodyPr>
          <a:lstStyle/>
          <a:p>
            <a:r>
              <a:rPr lang="pt-BR" dirty="0"/>
              <a:t>1. Selecione Arquivo &gt; Nova Cena para criar uma nova cena a partir do modelo de RA.</a:t>
            </a:r>
          </a:p>
          <a:p>
            <a:endParaRPr lang="pt-BR" dirty="0"/>
          </a:p>
          <a:p>
            <a:r>
              <a:rPr lang="pt-BR" dirty="0"/>
              <a:t>2. Selecione Arquivo &gt; Salvar como e , em seguida, salve a cena como “</a:t>
            </a:r>
            <a:r>
              <a:rPr lang="pt-BR" dirty="0" err="1"/>
              <a:t>AR_Portal</a:t>
            </a:r>
            <a:r>
              <a:rPr lang="pt-BR" dirty="0"/>
              <a:t>” em </a:t>
            </a:r>
            <a:r>
              <a:rPr lang="pt-BR" dirty="0" err="1"/>
              <a:t>Assets</a:t>
            </a:r>
            <a:r>
              <a:rPr lang="pt-BR" dirty="0"/>
              <a:t> &gt; _</a:t>
            </a:r>
            <a:r>
              <a:rPr lang="pt-BR" dirty="0" err="1"/>
              <a:t>ARPortal</a:t>
            </a:r>
            <a:r>
              <a:rPr lang="pt-BR" dirty="0"/>
              <a:t> &gt; Scenes .</a:t>
            </a:r>
          </a:p>
        </p:txBody>
      </p:sp>
      <p:pic>
        <p:nvPicPr>
          <p:cNvPr id="2050" name="Picture 2">
            <a:extLst>
              <a:ext uri="{FF2B5EF4-FFF2-40B4-BE49-F238E27FC236}">
                <a16:creationId xmlns:a16="http://schemas.microsoft.com/office/drawing/2014/main" id="{A261417C-7273-5E6A-18BB-0D81AC5051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75" y="2866045"/>
            <a:ext cx="6334125" cy="3895725"/>
          </a:xfrm>
          <a:prstGeom prst="rect">
            <a:avLst/>
          </a:prstGeom>
          <a:noFill/>
          <a:extLst>
            <a:ext uri="{909E8E84-426E-40DD-AFC4-6F175D3DCCD1}">
              <a14:hiddenFill xmlns:a14="http://schemas.microsoft.com/office/drawing/2010/main">
                <a:solidFill>
                  <a:srgbClr val="FFFFFF"/>
                </a:solidFill>
              </a14:hiddenFill>
            </a:ext>
          </a:extLst>
        </p:spPr>
      </p:pic>
      <p:sp>
        <p:nvSpPr>
          <p:cNvPr id="9" name="CaixaDeTexto 8">
            <a:extLst>
              <a:ext uri="{FF2B5EF4-FFF2-40B4-BE49-F238E27FC236}">
                <a16:creationId xmlns:a16="http://schemas.microsoft.com/office/drawing/2014/main" id="{D0546409-2204-3EA3-C3DF-E5D10924BCCF}"/>
              </a:ext>
            </a:extLst>
          </p:cNvPr>
          <p:cNvSpPr txBox="1"/>
          <p:nvPr/>
        </p:nvSpPr>
        <p:spPr>
          <a:xfrm>
            <a:off x="157316" y="1514025"/>
            <a:ext cx="6096000" cy="646331"/>
          </a:xfrm>
          <a:prstGeom prst="rect">
            <a:avLst/>
          </a:prstGeom>
          <a:noFill/>
        </p:spPr>
        <p:txBody>
          <a:bodyPr wrap="square">
            <a:spAutoFit/>
          </a:bodyPr>
          <a:lstStyle/>
          <a:p>
            <a:r>
              <a:rPr lang="pt-BR" dirty="0"/>
              <a:t>3. Na hierarquia, selecione o </a:t>
            </a:r>
            <a:r>
              <a:rPr lang="pt-BR" dirty="0" err="1"/>
              <a:t>GameObject</a:t>
            </a:r>
            <a:r>
              <a:rPr lang="pt-BR" dirty="0"/>
              <a:t> Cubo e exclua-o. Isso está incluído apenas para fins de teste.</a:t>
            </a:r>
          </a:p>
        </p:txBody>
      </p:sp>
      <p:pic>
        <p:nvPicPr>
          <p:cNvPr id="11" name="Imagem 10" descr="Interface gráfica do usuário, Aplicativo">
            <a:extLst>
              <a:ext uri="{FF2B5EF4-FFF2-40B4-BE49-F238E27FC236}">
                <a16:creationId xmlns:a16="http://schemas.microsoft.com/office/drawing/2014/main" id="{DB5E96F6-1FA6-0E07-4EF3-6ACA07F1EFEF}"/>
              </a:ext>
            </a:extLst>
          </p:cNvPr>
          <p:cNvPicPr>
            <a:picLocks noChangeAspect="1"/>
          </p:cNvPicPr>
          <p:nvPr/>
        </p:nvPicPr>
        <p:blipFill>
          <a:blip r:embed="rId3"/>
          <a:stretch>
            <a:fillRect/>
          </a:stretch>
        </p:blipFill>
        <p:spPr>
          <a:xfrm>
            <a:off x="0" y="2866044"/>
            <a:ext cx="5011391" cy="3991955"/>
          </a:xfrm>
          <a:prstGeom prst="rect">
            <a:avLst/>
          </a:prstGeom>
        </p:spPr>
      </p:pic>
    </p:spTree>
    <p:extLst>
      <p:ext uri="{BB962C8B-B14F-4D97-AF65-F5344CB8AC3E}">
        <p14:creationId xmlns:p14="http://schemas.microsoft.com/office/powerpoint/2010/main" val="1722533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8264824-BFB8-4F42-B863-B2A46E2B0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C9D6FF6-DD76-AB2A-2EED-86495DB1B336}"/>
              </a:ext>
            </a:extLst>
          </p:cNvPr>
          <p:cNvSpPr>
            <a:spLocks noGrp="1"/>
          </p:cNvSpPr>
          <p:nvPr>
            <p:ph type="title"/>
          </p:nvPr>
        </p:nvSpPr>
        <p:spPr>
          <a:xfrm>
            <a:off x="448056" y="388800"/>
            <a:ext cx="4694400" cy="1141200"/>
          </a:xfrm>
        </p:spPr>
        <p:txBody>
          <a:bodyPr>
            <a:normAutofit/>
          </a:bodyPr>
          <a:lstStyle/>
          <a:p>
            <a:r>
              <a:rPr lang="pt-BR" dirty="0"/>
              <a:t>Portal </a:t>
            </a:r>
            <a:r>
              <a:rPr lang="pt-BR" dirty="0" err="1"/>
              <a:t>Scene</a:t>
            </a:r>
            <a:endParaRPr lang="pt-BR" dirty="0"/>
          </a:p>
        </p:txBody>
      </p:sp>
      <p:cxnSp>
        <p:nvCxnSpPr>
          <p:cNvPr id="14" name="Straight Connector 13">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6000" y="450000"/>
            <a:ext cx="0" cy="117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Imagem 6" descr="Tela de computador&#10;&#10;O conteúdo gerado por IA pode estar incorreto.">
            <a:extLst>
              <a:ext uri="{FF2B5EF4-FFF2-40B4-BE49-F238E27FC236}">
                <a16:creationId xmlns:a16="http://schemas.microsoft.com/office/drawing/2014/main" id="{4DEBB29F-0932-5FC5-A632-F010D05ECAD8}"/>
              </a:ext>
            </a:extLst>
          </p:cNvPr>
          <p:cNvPicPr>
            <a:picLocks noChangeAspect="1"/>
          </p:cNvPicPr>
          <p:nvPr/>
        </p:nvPicPr>
        <p:blipFill>
          <a:blip r:embed="rId2"/>
          <a:stretch>
            <a:fillRect/>
          </a:stretch>
        </p:blipFill>
        <p:spPr>
          <a:xfrm>
            <a:off x="448056" y="1009758"/>
            <a:ext cx="10699530" cy="5597023"/>
          </a:xfrm>
          <a:prstGeom prst="rect">
            <a:avLst/>
          </a:prstGeom>
        </p:spPr>
      </p:pic>
    </p:spTree>
    <p:extLst>
      <p:ext uri="{BB962C8B-B14F-4D97-AF65-F5344CB8AC3E}">
        <p14:creationId xmlns:p14="http://schemas.microsoft.com/office/powerpoint/2010/main" val="3804201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4C60A-046E-185B-E1E7-475CE852915B}"/>
              </a:ext>
            </a:extLst>
          </p:cNvPr>
          <p:cNvSpPr>
            <a:spLocks noGrp="1"/>
          </p:cNvSpPr>
          <p:nvPr>
            <p:ph type="title"/>
          </p:nvPr>
        </p:nvSpPr>
        <p:spPr/>
        <p:txBody>
          <a:bodyPr/>
          <a:lstStyle/>
          <a:p>
            <a:r>
              <a:rPr lang="pt-BR" dirty="0"/>
              <a:t>Criando Plane</a:t>
            </a:r>
          </a:p>
        </p:txBody>
      </p:sp>
      <p:sp>
        <p:nvSpPr>
          <p:cNvPr id="3" name="Espaço Reservado para Texto 2">
            <a:extLst>
              <a:ext uri="{FF2B5EF4-FFF2-40B4-BE49-F238E27FC236}">
                <a16:creationId xmlns:a16="http://schemas.microsoft.com/office/drawing/2014/main" id="{9F6628B8-F0BC-5F3D-1383-FCA0947124A6}"/>
              </a:ext>
            </a:extLst>
          </p:cNvPr>
          <p:cNvSpPr>
            <a:spLocks noGrp="1"/>
          </p:cNvSpPr>
          <p:nvPr>
            <p:ph type="body" idx="1"/>
          </p:nvPr>
        </p:nvSpPr>
        <p:spPr/>
        <p:txBody>
          <a:bodyPr/>
          <a:lstStyle/>
          <a:p>
            <a:r>
              <a:rPr lang="pt-BR" dirty="0"/>
              <a:t>AR Default Plane</a:t>
            </a:r>
          </a:p>
        </p:txBody>
      </p:sp>
      <p:pic>
        <p:nvPicPr>
          <p:cNvPr id="5" name="Imagem 4" descr="Tela de computador com texto preto sobre fundo branco&#10;&#10;O conteúdo gerado por IA pode estar incorreto.">
            <a:extLst>
              <a:ext uri="{FF2B5EF4-FFF2-40B4-BE49-F238E27FC236}">
                <a16:creationId xmlns:a16="http://schemas.microsoft.com/office/drawing/2014/main" id="{BB66B8E1-CF88-9D53-A74B-24E1784C60CB}"/>
              </a:ext>
            </a:extLst>
          </p:cNvPr>
          <p:cNvPicPr>
            <a:picLocks noChangeAspect="1"/>
          </p:cNvPicPr>
          <p:nvPr/>
        </p:nvPicPr>
        <p:blipFill>
          <a:blip r:embed="rId2"/>
          <a:stretch>
            <a:fillRect/>
          </a:stretch>
        </p:blipFill>
        <p:spPr>
          <a:xfrm>
            <a:off x="6096000" y="756745"/>
            <a:ext cx="5906814" cy="5570483"/>
          </a:xfrm>
          <a:prstGeom prst="rect">
            <a:avLst/>
          </a:prstGeom>
        </p:spPr>
      </p:pic>
      <p:sp>
        <p:nvSpPr>
          <p:cNvPr id="6" name="Seta: para a Direita 5">
            <a:extLst>
              <a:ext uri="{FF2B5EF4-FFF2-40B4-BE49-F238E27FC236}">
                <a16:creationId xmlns:a16="http://schemas.microsoft.com/office/drawing/2014/main" id="{9F54069F-1B24-CF78-4B65-158B7FF84F5D}"/>
              </a:ext>
            </a:extLst>
          </p:cNvPr>
          <p:cNvSpPr/>
          <p:nvPr/>
        </p:nvSpPr>
        <p:spPr>
          <a:xfrm rot="12729542">
            <a:off x="8654202" y="3818507"/>
            <a:ext cx="378373" cy="4309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75755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1">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3">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7" name="CaixaDeTexto 2">
            <a:extLst>
              <a:ext uri="{FF2B5EF4-FFF2-40B4-BE49-F238E27FC236}">
                <a16:creationId xmlns:a16="http://schemas.microsoft.com/office/drawing/2014/main" id="{7110FE43-CE0B-6CC0-EBC9-57901E327447}"/>
              </a:ext>
            </a:extLst>
          </p:cNvPr>
          <p:cNvGraphicFramePr/>
          <p:nvPr>
            <p:extLst>
              <p:ext uri="{D42A27DB-BD31-4B8C-83A1-F6EECF244321}">
                <p14:modId xmlns:p14="http://schemas.microsoft.com/office/powerpoint/2010/main" val="4099210391"/>
              </p:ext>
            </p:extLst>
          </p:nvPr>
        </p:nvGraphicFramePr>
        <p:xfrm>
          <a:off x="448056" y="157655"/>
          <a:ext cx="5432044" cy="6611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932D15D4-4D14-F334-E56A-16DB1976B3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2124" y="-1"/>
            <a:ext cx="596987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34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omputador">
            <a:extLst>
              <a:ext uri="{FF2B5EF4-FFF2-40B4-BE49-F238E27FC236}">
                <a16:creationId xmlns:a16="http://schemas.microsoft.com/office/drawing/2014/main" id="{BA2C7EDB-9108-FA28-29BD-45E831D1DA97}"/>
              </a:ext>
            </a:extLst>
          </p:cNvPr>
          <p:cNvPicPr>
            <a:picLocks noChangeAspect="1"/>
          </p:cNvPicPr>
          <p:nvPr/>
        </p:nvPicPr>
        <p:blipFill>
          <a:blip r:embed="rId2"/>
          <a:stretch>
            <a:fillRect/>
          </a:stretch>
        </p:blipFill>
        <p:spPr>
          <a:xfrm>
            <a:off x="0" y="0"/>
            <a:ext cx="12192000" cy="6858000"/>
          </a:xfrm>
          <a:prstGeom prst="rect">
            <a:avLst/>
          </a:prstGeom>
        </p:spPr>
      </p:pic>
      <p:sp>
        <p:nvSpPr>
          <p:cNvPr id="4" name="Seta: para a Direita 3">
            <a:extLst>
              <a:ext uri="{FF2B5EF4-FFF2-40B4-BE49-F238E27FC236}">
                <a16:creationId xmlns:a16="http://schemas.microsoft.com/office/drawing/2014/main" id="{8D37D8C1-E2FB-B5D4-384C-7FEB839B8934}"/>
              </a:ext>
            </a:extLst>
          </p:cNvPr>
          <p:cNvSpPr/>
          <p:nvPr/>
        </p:nvSpPr>
        <p:spPr>
          <a:xfrm rot="19530877">
            <a:off x="11434918" y="3518669"/>
            <a:ext cx="525517" cy="6726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79739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omputador&#10;&#10;O conteúdo gerado por IA pode estar incorreto.">
            <a:extLst>
              <a:ext uri="{FF2B5EF4-FFF2-40B4-BE49-F238E27FC236}">
                <a16:creationId xmlns:a16="http://schemas.microsoft.com/office/drawing/2014/main" id="{14E24AED-390F-2970-5915-24D0E01E3B30}"/>
              </a:ext>
            </a:extLst>
          </p:cNvPr>
          <p:cNvPicPr>
            <a:picLocks noChangeAspect="1"/>
          </p:cNvPicPr>
          <p:nvPr/>
        </p:nvPicPr>
        <p:blipFill>
          <a:blip r:embed="rId2"/>
          <a:stretch>
            <a:fillRect/>
          </a:stretch>
        </p:blipFill>
        <p:spPr>
          <a:xfrm>
            <a:off x="0" y="0"/>
            <a:ext cx="12192000" cy="6858000"/>
          </a:xfrm>
          <a:prstGeom prst="rect">
            <a:avLst/>
          </a:prstGeom>
        </p:spPr>
      </p:pic>
      <p:sp>
        <p:nvSpPr>
          <p:cNvPr id="4" name="Seta: para a Direita 3">
            <a:extLst>
              <a:ext uri="{FF2B5EF4-FFF2-40B4-BE49-F238E27FC236}">
                <a16:creationId xmlns:a16="http://schemas.microsoft.com/office/drawing/2014/main" id="{A9011702-A378-CF36-5AC8-5C495ADAB9C8}"/>
              </a:ext>
            </a:extLst>
          </p:cNvPr>
          <p:cNvSpPr/>
          <p:nvPr/>
        </p:nvSpPr>
        <p:spPr>
          <a:xfrm rot="19530877">
            <a:off x="8858866" y="5060731"/>
            <a:ext cx="525517" cy="6726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9773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8AA1D1-FC6D-5619-53C1-89BF69060077}"/>
              </a:ext>
            </a:extLst>
          </p:cNvPr>
          <p:cNvSpPr>
            <a:spLocks noGrp="1"/>
          </p:cNvSpPr>
          <p:nvPr>
            <p:ph type="title"/>
          </p:nvPr>
        </p:nvSpPr>
        <p:spPr/>
        <p:txBody>
          <a:bodyPr/>
          <a:lstStyle/>
          <a:p>
            <a:r>
              <a:rPr lang="pt-BR" dirty="0"/>
              <a:t>Transforme Plane em um PREFAB</a:t>
            </a:r>
          </a:p>
        </p:txBody>
      </p:sp>
      <p:pic>
        <p:nvPicPr>
          <p:cNvPr id="5" name="Espaço Reservado para Conteúdo 4" descr="Tela de computador com texto preto sobre fundo branco&#10;&#10;O conteúdo gerado por IA pode estar incorreto.">
            <a:extLst>
              <a:ext uri="{FF2B5EF4-FFF2-40B4-BE49-F238E27FC236}">
                <a16:creationId xmlns:a16="http://schemas.microsoft.com/office/drawing/2014/main" id="{632691D7-58E0-215C-6DCB-E2B4665043F6}"/>
              </a:ext>
            </a:extLst>
          </p:cNvPr>
          <p:cNvPicPr>
            <a:picLocks noGrp="1" noChangeAspect="1"/>
          </p:cNvPicPr>
          <p:nvPr>
            <p:ph idx="1"/>
          </p:nvPr>
        </p:nvPicPr>
        <p:blipFill>
          <a:blip r:embed="rId2"/>
          <a:stretch>
            <a:fillRect/>
          </a:stretch>
        </p:blipFill>
        <p:spPr>
          <a:xfrm>
            <a:off x="1408386" y="1303833"/>
            <a:ext cx="9017876" cy="4835537"/>
          </a:xfrm>
          <a:prstGeom prst="rect">
            <a:avLst/>
          </a:prstGeom>
        </p:spPr>
      </p:pic>
      <p:sp>
        <p:nvSpPr>
          <p:cNvPr id="6" name="Seta: para a Direita 5">
            <a:extLst>
              <a:ext uri="{FF2B5EF4-FFF2-40B4-BE49-F238E27FC236}">
                <a16:creationId xmlns:a16="http://schemas.microsoft.com/office/drawing/2014/main" id="{FAC78756-B89F-0CFA-89EB-66135FA445D4}"/>
              </a:ext>
            </a:extLst>
          </p:cNvPr>
          <p:cNvSpPr/>
          <p:nvPr/>
        </p:nvSpPr>
        <p:spPr>
          <a:xfrm rot="8346583">
            <a:off x="3260464" y="4640148"/>
            <a:ext cx="472966" cy="4939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69781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omputador&#10;&#10;O conteúdo gerado por IA pode estar incorreto.">
            <a:extLst>
              <a:ext uri="{FF2B5EF4-FFF2-40B4-BE49-F238E27FC236}">
                <a16:creationId xmlns:a16="http://schemas.microsoft.com/office/drawing/2014/main" id="{0508F2E9-6275-63BD-F255-8EED6661C2C1}"/>
              </a:ext>
            </a:extLst>
          </p:cNvPr>
          <p:cNvPicPr>
            <a:picLocks noChangeAspect="1"/>
          </p:cNvPicPr>
          <p:nvPr/>
        </p:nvPicPr>
        <p:blipFill>
          <a:blip r:embed="rId2"/>
          <a:stretch>
            <a:fillRect/>
          </a:stretch>
        </p:blipFill>
        <p:spPr>
          <a:xfrm>
            <a:off x="0" y="0"/>
            <a:ext cx="12192000" cy="6857999"/>
          </a:xfrm>
          <a:prstGeom prst="rect">
            <a:avLst/>
          </a:prstGeom>
        </p:spPr>
      </p:pic>
      <p:sp>
        <p:nvSpPr>
          <p:cNvPr id="4" name="Quadro 3">
            <a:extLst>
              <a:ext uri="{FF2B5EF4-FFF2-40B4-BE49-F238E27FC236}">
                <a16:creationId xmlns:a16="http://schemas.microsoft.com/office/drawing/2014/main" id="{09F1C84E-927D-806A-B4B1-A653B9AA74DE}"/>
              </a:ext>
            </a:extLst>
          </p:cNvPr>
          <p:cNvSpPr/>
          <p:nvPr/>
        </p:nvSpPr>
        <p:spPr>
          <a:xfrm>
            <a:off x="94593" y="588579"/>
            <a:ext cx="1650124" cy="1219200"/>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 name="Quadro 4">
            <a:extLst>
              <a:ext uri="{FF2B5EF4-FFF2-40B4-BE49-F238E27FC236}">
                <a16:creationId xmlns:a16="http://schemas.microsoft.com/office/drawing/2014/main" id="{48C302EC-2CDA-C2DD-FBBD-E0FD6E24951B}"/>
              </a:ext>
            </a:extLst>
          </p:cNvPr>
          <p:cNvSpPr/>
          <p:nvPr/>
        </p:nvSpPr>
        <p:spPr>
          <a:xfrm>
            <a:off x="8338940" y="1807779"/>
            <a:ext cx="3853059" cy="1486027"/>
          </a:xfrm>
          <a:prstGeom prst="frame">
            <a:avLst>
              <a:gd name="adj1" fmla="val 534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cxnSp>
        <p:nvCxnSpPr>
          <p:cNvPr id="7" name="Conector de Seta Reta 6">
            <a:extLst>
              <a:ext uri="{FF2B5EF4-FFF2-40B4-BE49-F238E27FC236}">
                <a16:creationId xmlns:a16="http://schemas.microsoft.com/office/drawing/2014/main" id="{DC15777A-0E28-8C24-B191-748CCFA64A46}"/>
              </a:ext>
            </a:extLst>
          </p:cNvPr>
          <p:cNvCxnSpPr/>
          <p:nvPr/>
        </p:nvCxnSpPr>
        <p:spPr>
          <a:xfrm flipV="1">
            <a:off x="2389239" y="2998839"/>
            <a:ext cx="7433187" cy="2684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694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5A4A10-6803-8FD5-D7E6-61C3238EBB46}"/>
              </a:ext>
            </a:extLst>
          </p:cNvPr>
          <p:cNvSpPr>
            <a:spLocks noGrp="1"/>
          </p:cNvSpPr>
          <p:nvPr>
            <p:ph type="title"/>
          </p:nvPr>
        </p:nvSpPr>
        <p:spPr/>
        <p:txBody>
          <a:bodyPr/>
          <a:lstStyle/>
          <a:p>
            <a:r>
              <a:rPr lang="pt-BR" dirty="0"/>
              <a:t>Horizontal e Vertical</a:t>
            </a:r>
          </a:p>
        </p:txBody>
      </p:sp>
      <p:pic>
        <p:nvPicPr>
          <p:cNvPr id="4098" name="Picture 2">
            <a:extLst>
              <a:ext uri="{FF2B5EF4-FFF2-40B4-BE49-F238E27FC236}">
                <a16:creationId xmlns:a16="http://schemas.microsoft.com/office/drawing/2014/main" id="{CE4D8E3F-1DA0-2DCF-2829-92C4761E3D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06195" y="3954471"/>
            <a:ext cx="6998060" cy="2514729"/>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37470D5E-AE9A-B6A6-C768-30B2077DEEB9}"/>
              </a:ext>
            </a:extLst>
          </p:cNvPr>
          <p:cNvSpPr txBox="1"/>
          <p:nvPr/>
        </p:nvSpPr>
        <p:spPr>
          <a:xfrm>
            <a:off x="619432" y="1141162"/>
            <a:ext cx="6096000" cy="923330"/>
          </a:xfrm>
          <a:prstGeom prst="rect">
            <a:avLst/>
          </a:prstGeom>
          <a:noFill/>
        </p:spPr>
        <p:txBody>
          <a:bodyPr wrap="square">
            <a:spAutoFit/>
          </a:bodyPr>
          <a:lstStyle/>
          <a:p>
            <a:r>
              <a:rPr lang="pt-BR" b="0" i="0" dirty="0">
                <a:solidFill>
                  <a:schemeClr val="tx2"/>
                </a:solidFill>
                <a:effectLst/>
                <a:latin typeface="Inter"/>
              </a:rPr>
              <a:t>No componente AR Plane Manager, defina a propriedade </a:t>
            </a:r>
            <a:r>
              <a:rPr lang="pt-BR" b="1" i="0" dirty="0" err="1">
                <a:solidFill>
                  <a:schemeClr val="tx2"/>
                </a:solidFill>
                <a:effectLst/>
                <a:latin typeface="Inter"/>
              </a:rPr>
              <a:t>Detection</a:t>
            </a:r>
            <a:r>
              <a:rPr lang="pt-BR" b="1" i="0" dirty="0">
                <a:solidFill>
                  <a:schemeClr val="tx2"/>
                </a:solidFill>
                <a:effectLst/>
                <a:latin typeface="Inter"/>
              </a:rPr>
              <a:t> </a:t>
            </a:r>
            <a:r>
              <a:rPr lang="pt-BR" b="1" i="0" dirty="0" err="1">
                <a:solidFill>
                  <a:schemeClr val="tx2"/>
                </a:solidFill>
                <a:effectLst/>
                <a:latin typeface="Inter"/>
              </a:rPr>
              <a:t>Mode</a:t>
            </a:r>
            <a:r>
              <a:rPr lang="pt-BR" b="0" i="0" dirty="0">
                <a:solidFill>
                  <a:schemeClr val="tx2"/>
                </a:solidFill>
                <a:effectLst/>
                <a:latin typeface="Inter"/>
              </a:rPr>
              <a:t> para planos </a:t>
            </a:r>
            <a:r>
              <a:rPr lang="pt-BR" b="1" i="0" dirty="0">
                <a:solidFill>
                  <a:schemeClr val="tx2"/>
                </a:solidFill>
                <a:effectLst/>
                <a:latin typeface="Inter"/>
              </a:rPr>
              <a:t>verticais</a:t>
            </a:r>
            <a:r>
              <a:rPr lang="pt-BR" b="0" i="0" dirty="0">
                <a:solidFill>
                  <a:schemeClr val="tx2"/>
                </a:solidFill>
                <a:effectLst/>
                <a:latin typeface="Inter"/>
              </a:rPr>
              <a:t> ou </a:t>
            </a:r>
            <a:r>
              <a:rPr lang="pt-BR" b="1" i="0" dirty="0">
                <a:solidFill>
                  <a:schemeClr val="tx2"/>
                </a:solidFill>
                <a:effectLst/>
                <a:latin typeface="Inter"/>
              </a:rPr>
              <a:t>horizontais .</a:t>
            </a:r>
            <a:endParaRPr lang="pt-BR" dirty="0">
              <a:solidFill>
                <a:schemeClr val="tx2"/>
              </a:solidFill>
            </a:endParaRPr>
          </a:p>
        </p:txBody>
      </p:sp>
      <p:sp>
        <p:nvSpPr>
          <p:cNvPr id="7" name="CaixaDeTexto 6">
            <a:extLst>
              <a:ext uri="{FF2B5EF4-FFF2-40B4-BE49-F238E27FC236}">
                <a16:creationId xmlns:a16="http://schemas.microsoft.com/office/drawing/2014/main" id="{17970C94-FCD7-7503-01EA-3F0A3F538355}"/>
              </a:ext>
            </a:extLst>
          </p:cNvPr>
          <p:cNvSpPr txBox="1"/>
          <p:nvPr/>
        </p:nvSpPr>
        <p:spPr>
          <a:xfrm>
            <a:off x="619432" y="2438003"/>
            <a:ext cx="6096000" cy="1200329"/>
          </a:xfrm>
          <a:prstGeom prst="rect">
            <a:avLst/>
          </a:prstGeom>
          <a:noFill/>
        </p:spPr>
        <p:txBody>
          <a:bodyPr wrap="square">
            <a:spAutoFit/>
          </a:bodyPr>
          <a:lstStyle/>
          <a:p>
            <a:r>
              <a:rPr lang="pt-BR" b="0" i="0" dirty="0">
                <a:solidFill>
                  <a:schemeClr val="tx2"/>
                </a:solidFill>
                <a:effectLst/>
                <a:latin typeface="Inter"/>
              </a:rPr>
              <a:t>Se você quiser que seu portal apareça na parede como uma janela, selecione Vertical. Se quiser que seu portal apareça no chão ou em uma mesa como se você estivesse olhando para a cena de cima, selecione Horizontal.</a:t>
            </a:r>
            <a:endParaRPr lang="pt-BR" dirty="0">
              <a:solidFill>
                <a:schemeClr val="tx2"/>
              </a:solidFill>
            </a:endParaRPr>
          </a:p>
        </p:txBody>
      </p:sp>
    </p:spTree>
    <p:extLst>
      <p:ext uri="{BB962C8B-B14F-4D97-AF65-F5344CB8AC3E}">
        <p14:creationId xmlns:p14="http://schemas.microsoft.com/office/powerpoint/2010/main" val="2283118897"/>
      </p:ext>
    </p:extLst>
  </p:cSld>
  <p:clrMapOvr>
    <a:masterClrMapping/>
  </p:clrMapOvr>
</p:sld>
</file>

<file path=ppt/theme/theme1.xml><?xml version="1.0" encoding="utf-8"?>
<a:theme xmlns:a="http://schemas.openxmlformats.org/drawingml/2006/main" name="ThinLineVTI">
  <a:themeElements>
    <a:clrScheme name="ThinLines Color Scheme">
      <a:dk1>
        <a:sysClr val="windowText" lastClr="000000"/>
      </a:dk1>
      <a:lt1>
        <a:sysClr val="window" lastClr="FFFFFF"/>
      </a:lt1>
      <a:dk2>
        <a:srgbClr val="000000"/>
      </a:dk2>
      <a:lt2>
        <a:srgbClr val="FFFFFF"/>
      </a:lt2>
      <a:accent1>
        <a:srgbClr val="00BAC8"/>
      </a:accent1>
      <a:accent2>
        <a:srgbClr val="794DFF"/>
      </a:accent2>
      <a:accent3>
        <a:srgbClr val="00D17D"/>
      </a:accent3>
      <a:accent4>
        <a:srgbClr val="404040"/>
      </a:accent4>
      <a:accent5>
        <a:srgbClr val="FE5D21"/>
      </a:accent5>
      <a:accent6>
        <a:srgbClr val="B3B3B3"/>
      </a:accent6>
      <a:hlink>
        <a:srgbClr val="3E8FF1"/>
      </a:hlink>
      <a:folHlink>
        <a:srgbClr val="939393"/>
      </a:folHlink>
    </a:clrScheme>
    <a:fontScheme name="Custom 3">
      <a:majorFont>
        <a:latin typeface="Sagona Book"/>
        <a:ea typeface=""/>
        <a:cs typeface=""/>
      </a:majorFont>
      <a:minorFont>
        <a:latin typeface="Univer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inLineVTI" id="{DA2A884B-D36C-4F63-9FE8-3C89F2B99A40}" vid="{62C1F77B-42AE-47B9-869B-5CE48C8ED844}"/>
    </a:ext>
  </a:extLst>
</a:theme>
</file>

<file path=docProps/app.xml><?xml version="1.0" encoding="utf-8"?>
<Properties xmlns="http://schemas.openxmlformats.org/officeDocument/2006/extended-properties" xmlns:vt="http://schemas.openxmlformats.org/officeDocument/2006/docPropsVTypes">
  <TotalTime>4372</TotalTime>
  <Words>394</Words>
  <Application>Microsoft Office PowerPoint</Application>
  <PresentationFormat>Widescreen</PresentationFormat>
  <Paragraphs>24</Paragraphs>
  <Slides>13</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13</vt:i4>
      </vt:variant>
    </vt:vector>
  </HeadingPairs>
  <TitlesOfParts>
    <vt:vector size="19" baseType="lpstr">
      <vt:lpstr>Arial</vt:lpstr>
      <vt:lpstr>Calibri Light</vt:lpstr>
      <vt:lpstr>Inter</vt:lpstr>
      <vt:lpstr>Sagona Book</vt:lpstr>
      <vt:lpstr>Univers</vt:lpstr>
      <vt:lpstr>ThinLineVTI</vt:lpstr>
      <vt:lpstr>Unity RA</vt:lpstr>
      <vt:lpstr>Plane Detection</vt:lpstr>
      <vt:lpstr>Apresentação do PowerPoint</vt:lpstr>
      <vt:lpstr>Apresentação do PowerPoint</vt:lpstr>
      <vt:lpstr>Apresentação do PowerPoint</vt:lpstr>
      <vt:lpstr>Portal Scene</vt:lpstr>
      <vt:lpstr>Criando Plane</vt:lpstr>
      <vt:lpstr>Apresentação do PowerPoint</vt:lpstr>
      <vt:lpstr>Apresentação do PowerPoint</vt:lpstr>
      <vt:lpstr>Apresentação do PowerPoint</vt:lpstr>
      <vt:lpstr>Transforme Plane em um PREFAB</vt:lpstr>
      <vt:lpstr>Apresentação do PowerPoint</vt:lpstr>
      <vt:lpstr>Horizontal e Vertical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Fabio Henrique Trevezane</dc:creator>
  <cp:lastModifiedBy>Fabio Henrique Trevezane</cp:lastModifiedBy>
  <cp:revision>15</cp:revision>
  <dcterms:created xsi:type="dcterms:W3CDTF">2026-01-02T13:17:14Z</dcterms:created>
  <dcterms:modified xsi:type="dcterms:W3CDTF">2026-01-05T14:09:36Z</dcterms:modified>
</cp:coreProperties>
</file>