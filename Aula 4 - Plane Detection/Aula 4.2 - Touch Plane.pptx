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15904-30AB-4516-BEF0-5ADF5326E3A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30D22A-2BE1-47F2-A5BD-329A66A6126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Crie um objeto vazio ARPlaneTouchChecker</a:t>
          </a:r>
          <a:endParaRPr lang="en-US"/>
        </a:p>
      </dgm:t>
    </dgm:pt>
    <dgm:pt modelId="{546037BB-2C15-4FA2-9219-E1150F321F96}" type="parTrans" cxnId="{C03FB5B6-BA7D-4389-8503-25F40F30A2BA}">
      <dgm:prSet/>
      <dgm:spPr/>
      <dgm:t>
        <a:bodyPr/>
        <a:lstStyle/>
        <a:p>
          <a:endParaRPr lang="en-US"/>
        </a:p>
      </dgm:t>
    </dgm:pt>
    <dgm:pt modelId="{82977456-34B2-4151-887A-4EE3900EF70E}" type="sibTrans" cxnId="{C03FB5B6-BA7D-4389-8503-25F40F30A2BA}">
      <dgm:prSet/>
      <dgm:spPr/>
      <dgm:t>
        <a:bodyPr/>
        <a:lstStyle/>
        <a:p>
          <a:endParaRPr lang="en-US"/>
        </a:p>
      </dgm:t>
    </dgm:pt>
    <dgm:pt modelId="{EA147B37-A6D2-4C9F-A0E5-F780A662CDD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Crie um Script </a:t>
          </a:r>
          <a:r>
            <a:rPr lang="pt-BR" dirty="0" err="1"/>
            <a:t>ARPlaneTouchChecker</a:t>
          </a:r>
          <a:endParaRPr lang="en-US" dirty="0"/>
        </a:p>
      </dgm:t>
    </dgm:pt>
    <dgm:pt modelId="{F2248BDA-D63A-4819-8DF1-0DEB66CBD3A2}" type="parTrans" cxnId="{D4D559F7-97D1-4D91-9154-BD061AC14482}">
      <dgm:prSet/>
      <dgm:spPr/>
      <dgm:t>
        <a:bodyPr/>
        <a:lstStyle/>
        <a:p>
          <a:endParaRPr lang="en-US"/>
        </a:p>
      </dgm:t>
    </dgm:pt>
    <dgm:pt modelId="{BE9EB756-96B4-4D89-B12E-7E70743815C7}" type="sibTrans" cxnId="{D4D559F7-97D1-4D91-9154-BD061AC14482}">
      <dgm:prSet/>
      <dgm:spPr/>
      <dgm:t>
        <a:bodyPr/>
        <a:lstStyle/>
        <a:p>
          <a:endParaRPr lang="en-US"/>
        </a:p>
      </dgm:t>
    </dgm:pt>
    <dgm:pt modelId="{C1EEFC8C-1CF2-42E5-A46D-29D17DA50972}" type="pres">
      <dgm:prSet presAssocID="{C9F15904-30AB-4516-BEF0-5ADF5326E3A3}" presName="root" presStyleCnt="0">
        <dgm:presLayoutVars>
          <dgm:dir/>
          <dgm:resizeHandles val="exact"/>
        </dgm:presLayoutVars>
      </dgm:prSet>
      <dgm:spPr/>
    </dgm:pt>
    <dgm:pt modelId="{6C84CC1E-D365-4002-A53C-614E51591287}" type="pres">
      <dgm:prSet presAssocID="{5630D22A-2BE1-47F2-A5BD-329A66A61265}" presName="compNode" presStyleCnt="0"/>
      <dgm:spPr/>
    </dgm:pt>
    <dgm:pt modelId="{C6AE3E4D-9659-4B87-84FE-FAD120D0970C}" type="pres">
      <dgm:prSet presAssocID="{5630D22A-2BE1-47F2-A5BD-329A66A61265}" presName="bgRect" presStyleLbl="bgShp" presStyleIdx="0" presStyleCnt="2"/>
      <dgm:spPr>
        <a:solidFill>
          <a:schemeClr val="accent2"/>
        </a:solidFill>
      </dgm:spPr>
    </dgm:pt>
    <dgm:pt modelId="{EB795989-BB59-4739-BB60-2C8CF7051C15}" type="pres">
      <dgm:prSet presAssocID="{5630D22A-2BE1-47F2-A5BD-329A66A6126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43F13DD-90B9-4C9F-B80E-DB7C0FD37791}" type="pres">
      <dgm:prSet presAssocID="{5630D22A-2BE1-47F2-A5BD-329A66A61265}" presName="spaceRect" presStyleCnt="0"/>
      <dgm:spPr/>
    </dgm:pt>
    <dgm:pt modelId="{BB990BC6-DA57-47B4-ABFD-3CAC20B26F47}" type="pres">
      <dgm:prSet presAssocID="{5630D22A-2BE1-47F2-A5BD-329A66A61265}" presName="parTx" presStyleLbl="revTx" presStyleIdx="0" presStyleCnt="2">
        <dgm:presLayoutVars>
          <dgm:chMax val="0"/>
          <dgm:chPref val="0"/>
        </dgm:presLayoutVars>
      </dgm:prSet>
      <dgm:spPr/>
    </dgm:pt>
    <dgm:pt modelId="{8620484E-F393-47BB-B5D9-CF4AA162838A}" type="pres">
      <dgm:prSet presAssocID="{82977456-34B2-4151-887A-4EE3900EF70E}" presName="sibTrans" presStyleCnt="0"/>
      <dgm:spPr/>
    </dgm:pt>
    <dgm:pt modelId="{2FFD971E-525D-4A08-8BF2-640F971B7D23}" type="pres">
      <dgm:prSet presAssocID="{EA147B37-A6D2-4C9F-A0E5-F780A662CDDD}" presName="compNode" presStyleCnt="0"/>
      <dgm:spPr/>
    </dgm:pt>
    <dgm:pt modelId="{07F5327E-D2C4-4735-8605-DC2CE843679B}" type="pres">
      <dgm:prSet presAssocID="{EA147B37-A6D2-4C9F-A0E5-F780A662CDDD}" presName="bgRect" presStyleLbl="bgShp" presStyleIdx="1" presStyleCnt="2"/>
      <dgm:spPr>
        <a:solidFill>
          <a:schemeClr val="accent2"/>
        </a:solidFill>
      </dgm:spPr>
    </dgm:pt>
    <dgm:pt modelId="{2AC9308C-1CCC-494D-BF2C-A501111F95B6}" type="pres">
      <dgm:prSet presAssocID="{EA147B37-A6D2-4C9F-A0E5-F780A662CD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F513C742-EE41-44DD-B507-5D7042D1667B}" type="pres">
      <dgm:prSet presAssocID="{EA147B37-A6D2-4C9F-A0E5-F780A662CDDD}" presName="spaceRect" presStyleCnt="0"/>
      <dgm:spPr/>
    </dgm:pt>
    <dgm:pt modelId="{0F348249-FA3C-4BF3-B5E7-9BCE08A7AC5E}" type="pres">
      <dgm:prSet presAssocID="{EA147B37-A6D2-4C9F-A0E5-F780A662CDD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73BB446-8477-4628-909E-EC5DD95EDE2E}" type="presOf" srcId="{EA147B37-A6D2-4C9F-A0E5-F780A662CDDD}" destId="{0F348249-FA3C-4BF3-B5E7-9BCE08A7AC5E}" srcOrd="0" destOrd="0" presId="urn:microsoft.com/office/officeart/2018/2/layout/IconVerticalSolidList"/>
    <dgm:cxn modelId="{C251B94F-98B6-4434-AD3E-69E0EAD18A0F}" type="presOf" srcId="{C9F15904-30AB-4516-BEF0-5ADF5326E3A3}" destId="{C1EEFC8C-1CF2-42E5-A46D-29D17DA50972}" srcOrd="0" destOrd="0" presId="urn:microsoft.com/office/officeart/2018/2/layout/IconVerticalSolidList"/>
    <dgm:cxn modelId="{972A3070-81B2-4BD0-A3AC-5B572329CE43}" type="presOf" srcId="{5630D22A-2BE1-47F2-A5BD-329A66A61265}" destId="{BB990BC6-DA57-47B4-ABFD-3CAC20B26F47}" srcOrd="0" destOrd="0" presId="urn:microsoft.com/office/officeart/2018/2/layout/IconVerticalSolidList"/>
    <dgm:cxn modelId="{C03FB5B6-BA7D-4389-8503-25F40F30A2BA}" srcId="{C9F15904-30AB-4516-BEF0-5ADF5326E3A3}" destId="{5630D22A-2BE1-47F2-A5BD-329A66A61265}" srcOrd="0" destOrd="0" parTransId="{546037BB-2C15-4FA2-9219-E1150F321F96}" sibTransId="{82977456-34B2-4151-887A-4EE3900EF70E}"/>
    <dgm:cxn modelId="{D4D559F7-97D1-4D91-9154-BD061AC14482}" srcId="{C9F15904-30AB-4516-BEF0-5ADF5326E3A3}" destId="{EA147B37-A6D2-4C9F-A0E5-F780A662CDDD}" srcOrd="1" destOrd="0" parTransId="{F2248BDA-D63A-4819-8DF1-0DEB66CBD3A2}" sibTransId="{BE9EB756-96B4-4D89-B12E-7E70743815C7}"/>
    <dgm:cxn modelId="{0396831C-675D-4C1E-86DC-C05581C13575}" type="presParOf" srcId="{C1EEFC8C-1CF2-42E5-A46D-29D17DA50972}" destId="{6C84CC1E-D365-4002-A53C-614E51591287}" srcOrd="0" destOrd="0" presId="urn:microsoft.com/office/officeart/2018/2/layout/IconVerticalSolidList"/>
    <dgm:cxn modelId="{D5CBD19C-7726-476E-B45C-D3BD3827C146}" type="presParOf" srcId="{6C84CC1E-D365-4002-A53C-614E51591287}" destId="{C6AE3E4D-9659-4B87-84FE-FAD120D0970C}" srcOrd="0" destOrd="0" presId="urn:microsoft.com/office/officeart/2018/2/layout/IconVerticalSolidList"/>
    <dgm:cxn modelId="{9C628B64-F0EB-4C09-B553-98ADF69F67BC}" type="presParOf" srcId="{6C84CC1E-D365-4002-A53C-614E51591287}" destId="{EB795989-BB59-4739-BB60-2C8CF7051C15}" srcOrd="1" destOrd="0" presId="urn:microsoft.com/office/officeart/2018/2/layout/IconVerticalSolidList"/>
    <dgm:cxn modelId="{19CF0C97-2B0A-491C-9638-F0182B15C4D7}" type="presParOf" srcId="{6C84CC1E-D365-4002-A53C-614E51591287}" destId="{C43F13DD-90B9-4C9F-B80E-DB7C0FD37791}" srcOrd="2" destOrd="0" presId="urn:microsoft.com/office/officeart/2018/2/layout/IconVerticalSolidList"/>
    <dgm:cxn modelId="{30E843E6-7608-4F2F-8ECE-CDE5CA4D97A0}" type="presParOf" srcId="{6C84CC1E-D365-4002-A53C-614E51591287}" destId="{BB990BC6-DA57-47B4-ABFD-3CAC20B26F47}" srcOrd="3" destOrd="0" presId="urn:microsoft.com/office/officeart/2018/2/layout/IconVerticalSolidList"/>
    <dgm:cxn modelId="{7528CF05-A267-4915-895E-ED5F49FDBD5F}" type="presParOf" srcId="{C1EEFC8C-1CF2-42E5-A46D-29D17DA50972}" destId="{8620484E-F393-47BB-B5D9-CF4AA162838A}" srcOrd="1" destOrd="0" presId="urn:microsoft.com/office/officeart/2018/2/layout/IconVerticalSolidList"/>
    <dgm:cxn modelId="{EBB921E6-121A-40D3-8E4C-108AF7215B92}" type="presParOf" srcId="{C1EEFC8C-1CF2-42E5-A46D-29D17DA50972}" destId="{2FFD971E-525D-4A08-8BF2-640F971B7D23}" srcOrd="2" destOrd="0" presId="urn:microsoft.com/office/officeart/2018/2/layout/IconVerticalSolidList"/>
    <dgm:cxn modelId="{38EC442E-120E-44A2-9A7A-3FD9B85006CF}" type="presParOf" srcId="{2FFD971E-525D-4A08-8BF2-640F971B7D23}" destId="{07F5327E-D2C4-4735-8605-DC2CE843679B}" srcOrd="0" destOrd="0" presId="urn:microsoft.com/office/officeart/2018/2/layout/IconVerticalSolidList"/>
    <dgm:cxn modelId="{7D1B8E0A-0FCE-4DA5-B318-E56907A3B833}" type="presParOf" srcId="{2FFD971E-525D-4A08-8BF2-640F971B7D23}" destId="{2AC9308C-1CCC-494D-BF2C-A501111F95B6}" srcOrd="1" destOrd="0" presId="urn:microsoft.com/office/officeart/2018/2/layout/IconVerticalSolidList"/>
    <dgm:cxn modelId="{6A64F3D8-AEAD-4F0F-BB50-2712E8A89ACE}" type="presParOf" srcId="{2FFD971E-525D-4A08-8BF2-640F971B7D23}" destId="{F513C742-EE41-44DD-B507-5D7042D1667B}" srcOrd="2" destOrd="0" presId="urn:microsoft.com/office/officeart/2018/2/layout/IconVerticalSolidList"/>
    <dgm:cxn modelId="{D8D7AF26-7F99-4A58-B9DD-BA782CAF15DF}" type="presParOf" srcId="{2FFD971E-525D-4A08-8BF2-640F971B7D23}" destId="{0F348249-FA3C-4BF3-B5E7-9BCE08A7AC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E3E4D-9659-4B87-84FE-FAD120D0970C}">
      <dsp:nvSpPr>
        <dsp:cNvPr id="0" name=""/>
        <dsp:cNvSpPr/>
      </dsp:nvSpPr>
      <dsp:spPr>
        <a:xfrm>
          <a:off x="0" y="561665"/>
          <a:ext cx="7917852" cy="103692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95989-BB59-4739-BB60-2C8CF7051C15}">
      <dsp:nvSpPr>
        <dsp:cNvPr id="0" name=""/>
        <dsp:cNvSpPr/>
      </dsp:nvSpPr>
      <dsp:spPr>
        <a:xfrm>
          <a:off x="313668" y="794972"/>
          <a:ext cx="570306" cy="5703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90BC6-DA57-47B4-ABFD-3CAC20B26F47}">
      <dsp:nvSpPr>
        <dsp:cNvPr id="0" name=""/>
        <dsp:cNvSpPr/>
      </dsp:nvSpPr>
      <dsp:spPr>
        <a:xfrm>
          <a:off x="1197643" y="561665"/>
          <a:ext cx="6720208" cy="1036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741" tIns="109741" rIns="109741" bIns="10974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Crie um objeto vazio ARPlaneTouchChecker</a:t>
          </a:r>
          <a:endParaRPr lang="en-US" sz="2500" kern="1200"/>
        </a:p>
      </dsp:txBody>
      <dsp:txXfrm>
        <a:off x="1197643" y="561665"/>
        <a:ext cx="6720208" cy="1036920"/>
      </dsp:txXfrm>
    </dsp:sp>
    <dsp:sp modelId="{07F5327E-D2C4-4735-8605-DC2CE843679B}">
      <dsp:nvSpPr>
        <dsp:cNvPr id="0" name=""/>
        <dsp:cNvSpPr/>
      </dsp:nvSpPr>
      <dsp:spPr>
        <a:xfrm>
          <a:off x="0" y="1857816"/>
          <a:ext cx="7917852" cy="103692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9308C-1CCC-494D-BF2C-A501111F95B6}">
      <dsp:nvSpPr>
        <dsp:cNvPr id="0" name=""/>
        <dsp:cNvSpPr/>
      </dsp:nvSpPr>
      <dsp:spPr>
        <a:xfrm>
          <a:off x="313668" y="2091123"/>
          <a:ext cx="570306" cy="5703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48249-FA3C-4BF3-B5E7-9BCE08A7AC5E}">
      <dsp:nvSpPr>
        <dsp:cNvPr id="0" name=""/>
        <dsp:cNvSpPr/>
      </dsp:nvSpPr>
      <dsp:spPr>
        <a:xfrm>
          <a:off x="1197643" y="1857816"/>
          <a:ext cx="6720208" cy="1036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741" tIns="109741" rIns="109741" bIns="10974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Crie um Script </a:t>
          </a:r>
          <a:r>
            <a:rPr lang="pt-BR" sz="2500" kern="1200" dirty="0" err="1"/>
            <a:t>ARPlaneTouchChecker</a:t>
          </a:r>
          <a:endParaRPr lang="en-US" sz="2500" kern="1200" dirty="0"/>
        </a:p>
      </dsp:txBody>
      <dsp:txXfrm>
        <a:off x="1197643" y="1857816"/>
        <a:ext cx="6720208" cy="1036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January 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3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January 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19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1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1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January 5,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6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30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1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9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1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5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January 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680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66D190-8B99-A578-AEF1-2455C1EEE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55200"/>
            <a:ext cx="5432045" cy="1969200"/>
          </a:xfrm>
        </p:spPr>
        <p:txBody>
          <a:bodyPr anchor="b">
            <a:normAutofit/>
          </a:bodyPr>
          <a:lstStyle/>
          <a:p>
            <a:r>
              <a:rPr lang="pt-BR" dirty="0"/>
              <a:t>Unity 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BED46B-B4AF-0B38-54F7-46EB6810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5" y="2624400"/>
            <a:ext cx="5432045" cy="3326456"/>
          </a:xfrm>
        </p:spPr>
        <p:txBody>
          <a:bodyPr>
            <a:normAutofit/>
          </a:bodyPr>
          <a:lstStyle/>
          <a:p>
            <a:r>
              <a:rPr lang="pt-BR" sz="6400" dirty="0"/>
              <a:t>Touch Plane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5432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F28F4E6-2AE4-ACB1-4C92-63808E86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1" r="24004" b="2"/>
          <a:stretch>
            <a:fillRect/>
          </a:stretch>
        </p:blipFill>
        <p:spPr>
          <a:xfrm>
            <a:off x="6311900" y="10"/>
            <a:ext cx="58801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5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19FDA-738F-80E3-7511-614F124C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Detectando plano</a:t>
            </a:r>
          </a:p>
        </p:txBody>
      </p:sp>
      <p:pic>
        <p:nvPicPr>
          <p:cNvPr id="1026" name="Picture 2" descr="Detect when the user touches a plane">
            <a:extLst>
              <a:ext uri="{FF2B5EF4-FFF2-40B4-BE49-F238E27FC236}">
                <a16:creationId xmlns:a16="http://schemas.microsoft.com/office/drawing/2014/main" id="{2DA59781-6749-64D5-0395-0F33F62B8C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735" y="1735138"/>
            <a:ext cx="6725354" cy="378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49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D9830-F12F-D356-438F-1D714EEF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raycasting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BA520B-CD64-39E1-8086-50FAE4561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0850" y="1273084"/>
            <a:ext cx="5431536" cy="4734000"/>
          </a:xfrm>
        </p:spPr>
        <p:txBody>
          <a:bodyPr>
            <a:normAutofit fontScale="85000" lnSpcReduction="10000"/>
          </a:bodyPr>
          <a:lstStyle/>
          <a:p>
            <a:r>
              <a:rPr lang="pt-BR" sz="1600" dirty="0"/>
              <a:t>O </a:t>
            </a:r>
            <a:r>
              <a:rPr lang="pt-BR" sz="1600" dirty="0" err="1"/>
              <a:t>raycasting</a:t>
            </a:r>
            <a:r>
              <a:rPr lang="pt-BR" sz="1600" dirty="0"/>
              <a:t> é o processo de projetar uma linha reta invisível (um raio ) a partir de um ponto de origem através de uma cena para determinar o que essa linha atingiria. É um pouco semelhante à pesca, onde você lança a linha para ver que peixe consegue pegar. Com o </a:t>
            </a:r>
            <a:r>
              <a:rPr lang="pt-BR" sz="1600" dirty="0" err="1"/>
              <a:t>raycasting</a:t>
            </a:r>
            <a:r>
              <a:rPr lang="pt-BR" sz="1600" dirty="0"/>
              <a:t>, você lança um raio para ver o que esse raio atingiria na cena.</a:t>
            </a:r>
          </a:p>
          <a:p>
            <a:endParaRPr lang="pt-BR" sz="1600" dirty="0"/>
          </a:p>
          <a:p>
            <a:r>
              <a:rPr lang="pt-BR" sz="1600" dirty="0"/>
              <a:t>Todos os objetos atingidos por um raio geralmente são armazenados em uma variável de lista . Você pode então acessar os objetos dentro dessa lista e fazer o que quiser com eles.</a:t>
            </a:r>
          </a:p>
          <a:p>
            <a:r>
              <a:rPr lang="pt-BR" sz="1600" dirty="0"/>
              <a:t>Os </a:t>
            </a:r>
            <a:r>
              <a:rPr lang="pt-BR" sz="1600" dirty="0" err="1"/>
              <a:t>raycasts</a:t>
            </a:r>
            <a:r>
              <a:rPr lang="pt-BR" sz="1600" dirty="0"/>
              <a:t> são muito úteis no desenvolvimento de jogos. Por exemplo, lançar um raio pode ajudar a determinar se uma arma atingiria seu alvo ou se há objetos próximos.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4CDA49-F8FF-C76B-FFFD-CCF3E5F57E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25" y="1838960"/>
            <a:ext cx="5432425" cy="379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57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2E5BE-1F42-ABC0-771D-B493976CE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Adicione um Gerenciador de </a:t>
            </a:r>
            <a:r>
              <a:rPr lang="pt-BR" dirty="0" err="1"/>
              <a:t>Raycast</a:t>
            </a:r>
            <a:r>
              <a:rPr lang="pt-BR" dirty="0"/>
              <a:t> AR</a:t>
            </a:r>
          </a:p>
        </p:txBody>
      </p:sp>
      <p:pic>
        <p:nvPicPr>
          <p:cNvPr id="5" name="Espaço Reservado para Conteúdo 4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F372492F-081D-22BF-85C2-9EC4CF512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60" y="959400"/>
            <a:ext cx="10594957" cy="5634440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A4060DEA-8706-5DA8-CB23-2ACEC91B444D}"/>
              </a:ext>
            </a:extLst>
          </p:cNvPr>
          <p:cNvSpPr/>
          <p:nvPr/>
        </p:nvSpPr>
        <p:spPr>
          <a:xfrm rot="19995946">
            <a:off x="7307499" y="2527218"/>
            <a:ext cx="528320" cy="497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4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E905E4-EF0C-4890-85FA-2CF6EEF5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34028A-B35B-DEB4-DC80-ABF1A648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52432" cy="860400"/>
          </a:xfrm>
        </p:spPr>
        <p:txBody>
          <a:bodyPr anchor="b">
            <a:normAutofit/>
          </a:bodyPr>
          <a:lstStyle/>
          <a:p>
            <a:r>
              <a:rPr lang="pt-BR" dirty="0"/>
              <a:t>Canvas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3454116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spaço Reservado para Conteúdo 6" descr="Interface gráfica do usuário, Texto, Aplicativo">
            <a:extLst>
              <a:ext uri="{FF2B5EF4-FFF2-40B4-BE49-F238E27FC236}">
                <a16:creationId xmlns:a16="http://schemas.microsoft.com/office/drawing/2014/main" id="{F60EE13A-6C48-E1EA-ED5A-5A9B7ECB2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585" y="1969201"/>
            <a:ext cx="3029373" cy="2010056"/>
          </a:xfrm>
          <a:prstGeom prst="rect">
            <a:avLst/>
          </a:prstGeom>
        </p:spPr>
      </p:pic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F51E1AC-A37F-DBBB-8EE9-82A2BE7D3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627" y="450000"/>
            <a:ext cx="7176547" cy="6103200"/>
          </a:xfrm>
          <a:prstGeom prst="rect">
            <a:avLst/>
          </a:prstGeom>
        </p:spPr>
      </p:pic>
      <p:pic>
        <p:nvPicPr>
          <p:cNvPr id="10" name="Imagem 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E1CA899-2529-CCE6-C449-061A70864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54" y="4117535"/>
            <a:ext cx="3688744" cy="226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5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A7B1F-CFAC-7A32-767B-4AFB010F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Script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DA698A-D9B3-1163-B64A-7A01BCE27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545545"/>
          </a:xfrm>
        </p:spPr>
        <p:txBody>
          <a:bodyPr/>
          <a:lstStyle/>
          <a:p>
            <a:r>
              <a:rPr lang="pt-BR" dirty="0"/>
              <a:t>Vamos utilizar nosso Canvas para realizar validação se houve toque em um plane detectado ou não</a:t>
            </a:r>
          </a:p>
        </p:txBody>
      </p:sp>
      <p:pic>
        <p:nvPicPr>
          <p:cNvPr id="7" name="Imagem 6" descr="Interface gráfica do usuário, Texto, Aplicativo">
            <a:extLst>
              <a:ext uri="{FF2B5EF4-FFF2-40B4-BE49-F238E27FC236}">
                <a16:creationId xmlns:a16="http://schemas.microsoft.com/office/drawing/2014/main" id="{C60E0B1A-AB91-3276-D9C5-A42E13D20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996" y="2485945"/>
            <a:ext cx="2762636" cy="17814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 descr="Placa branca com letras pretas em fundo branco&#10;&#10;O conteúdo gerado por IA pode estar incorreto.">
            <a:extLst>
              <a:ext uri="{FF2B5EF4-FFF2-40B4-BE49-F238E27FC236}">
                <a16:creationId xmlns:a16="http://schemas.microsoft.com/office/drawing/2014/main" id="{B063FFB3-7D95-B8D2-CF93-AD99BC144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971" y="4840046"/>
            <a:ext cx="1514686" cy="145752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1" name="Espaço Reservado para Conteúdo 2">
            <a:extLst>
              <a:ext uri="{FF2B5EF4-FFF2-40B4-BE49-F238E27FC236}">
                <a16:creationId xmlns:a16="http://schemas.microsoft.com/office/drawing/2014/main" id="{00AF3F78-186D-B6E6-8F02-DD8C0F361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545824"/>
              </p:ext>
            </p:extLst>
          </p:nvPr>
        </p:nvGraphicFramePr>
        <p:xfrm>
          <a:off x="655877" y="2112408"/>
          <a:ext cx="7917852" cy="3456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6746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2D725E2B-87D7-FC0E-6D96-997284C61900}"/>
              </a:ext>
            </a:extLst>
          </p:cNvPr>
          <p:cNvSpPr txBox="1"/>
          <p:nvPr/>
        </p:nvSpPr>
        <p:spPr>
          <a:xfrm>
            <a:off x="0" y="0"/>
            <a:ext cx="5198165" cy="67172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UnityEngine.XR.ARFoundation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UnityEngine.XR.ARSubsystems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UnityEngine.InputSystem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System.Collections.Generic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TMPro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UnityEngine.InputSystem.Controls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ARPlaneTouchChecker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ARRaycastManager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raycastManager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TextMeshProUGUI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debugText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ARRaycastHit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hits =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🔴 Verifica Touchscreen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debugText.text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"❌ 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Touchscreen.current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NULL"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🔴 Verifica se existe toque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.current.touches.Count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0)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debugText.text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"Sem toque"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//=====================Inicia se passar pelas validações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.current.touches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🔴 Apenas quando o toque começa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touch.press.wasPressedThisFrame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//Método que exibe a captura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CapturaToque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   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9CE322-813E-9AB9-E58F-DD6A16226347}"/>
              </a:ext>
            </a:extLst>
          </p:cNvPr>
          <p:cNvSpPr txBox="1"/>
          <p:nvPr/>
        </p:nvSpPr>
        <p:spPr>
          <a:xfrm>
            <a:off x="5198165" y="0"/>
            <a:ext cx="69938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r>
              <a:rPr lang="pt-BR" sz="1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Metodo</a:t>
            </a:r>
            <a:r>
              <a:rPr lang="pt-BR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exibir se o </a:t>
            </a:r>
            <a:r>
              <a:rPr lang="pt-BR" sz="1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</a:t>
            </a:r>
            <a:r>
              <a:rPr lang="pt-BR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foi realizado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CapturaToque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TouchControl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Vector2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touchPosition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touch.position.ReadValue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AtualizaDebug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$"Toque em: 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touchPosition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raycastManager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AtualizaDebug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"❌ 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RaycastManager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NULL"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raycastManager.Raycast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touchPosition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hits, </a:t>
            </a:r>
            <a:r>
              <a:rPr lang="pt-BR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TrackableType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.PlaneWithinPolygon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AtualizaDebug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"✅ Clicou em um PLANO AR"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0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AtualizaDebug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"❌ Não clicou em plano"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//Escreve no UI</a:t>
            </a:r>
          </a:p>
          <a:p>
            <a:r>
              <a:rPr lang="nb-NO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b-NO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nb-NO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b-NO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nb-NO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AtualizaDebug(</a:t>
            </a:r>
            <a:r>
              <a:rPr lang="nb-NO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nb-NO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msg)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debugText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debugText.text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msg;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  <p:pic>
        <p:nvPicPr>
          <p:cNvPr id="13" name="Imagem 12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C8EAD07B-871D-2AEA-7857-758D49CD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026" y="3906100"/>
            <a:ext cx="4054240" cy="295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1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">
            <a:extLst>
              <a:ext uri="{FF2B5EF4-FFF2-40B4-BE49-F238E27FC236}">
                <a16:creationId xmlns:a16="http://schemas.microsoft.com/office/drawing/2014/main" id="{9D22D813-B956-B485-87B5-427D4413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54635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4478</TotalTime>
  <Words>503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 Light</vt:lpstr>
      <vt:lpstr>Cascadia Mono</vt:lpstr>
      <vt:lpstr>Sagona Book</vt:lpstr>
      <vt:lpstr>Univers</vt:lpstr>
      <vt:lpstr>ThinLineVTI</vt:lpstr>
      <vt:lpstr>Unity RA</vt:lpstr>
      <vt:lpstr>Detectando plano</vt:lpstr>
      <vt:lpstr>O que é raycasting?</vt:lpstr>
      <vt:lpstr>Adicione um Gerenciador de Raycast AR</vt:lpstr>
      <vt:lpstr>Canvas</vt:lpstr>
      <vt:lpstr>Script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23</cp:revision>
  <dcterms:created xsi:type="dcterms:W3CDTF">2026-01-02T13:17:14Z</dcterms:created>
  <dcterms:modified xsi:type="dcterms:W3CDTF">2026-01-05T15:57:12Z</dcterms:modified>
</cp:coreProperties>
</file>