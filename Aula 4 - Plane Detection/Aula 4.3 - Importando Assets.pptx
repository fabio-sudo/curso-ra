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January 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63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January 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19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Tuesday, January 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1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Tuesday, January 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1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Tuesday, January 6,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6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Tuesday, January 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Tuesday, January 6,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30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Tuesday, January 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1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Tuesday, January 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9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Tuesday, January 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1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Tuesday, January 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5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January 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6800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66D190-8B99-A578-AEF1-2455C1EEE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55200"/>
            <a:ext cx="5432045" cy="1969200"/>
          </a:xfrm>
        </p:spPr>
        <p:txBody>
          <a:bodyPr anchor="b">
            <a:normAutofit/>
          </a:bodyPr>
          <a:lstStyle/>
          <a:p>
            <a:r>
              <a:rPr lang="pt-BR" dirty="0"/>
              <a:t>Unity 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BED46B-B4AF-0B38-54F7-46EB6810B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5" y="2624400"/>
            <a:ext cx="5432045" cy="3326456"/>
          </a:xfrm>
        </p:spPr>
        <p:txBody>
          <a:bodyPr>
            <a:normAutofit/>
          </a:bodyPr>
          <a:lstStyle/>
          <a:p>
            <a:r>
              <a:rPr lang="pt-BR" sz="6400"/>
              <a:t>Portal</a:t>
            </a:r>
            <a:endParaRPr lang="pt-BR" sz="6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54324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F28F4E6-2AE4-ACB1-4C92-63808E86E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51" r="24004" b="2"/>
          <a:stretch>
            <a:fillRect/>
          </a:stretch>
        </p:blipFill>
        <p:spPr>
          <a:xfrm>
            <a:off x="6311900" y="10"/>
            <a:ext cx="58801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5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2E4E9A-E992-419C-B03A-5686FEC1D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F19FDA-738F-80E3-7511-614F124C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0532" cy="986400"/>
          </a:xfrm>
        </p:spPr>
        <p:txBody>
          <a:bodyPr anchor="b">
            <a:normAutofit/>
          </a:bodyPr>
          <a:lstStyle/>
          <a:p>
            <a:r>
              <a:rPr lang="pt-BR" sz="6400" dirty="0"/>
              <a:t>Criando Portal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113004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Instantiate the portal on a plane">
            <a:extLst>
              <a:ext uri="{FF2B5EF4-FFF2-40B4-BE49-F238E27FC236}">
                <a16:creationId xmlns:a16="http://schemas.microsoft.com/office/drawing/2014/main" id="{41358292-771B-3E35-9087-66190395A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" b="3735"/>
          <a:stretch>
            <a:fillRect/>
          </a:stretch>
        </p:blipFill>
        <p:spPr bwMode="auto">
          <a:xfrm>
            <a:off x="449999" y="2059200"/>
            <a:ext cx="7374789" cy="389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1D4953-E78F-501E-0E74-0651ED9E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6588" y="1944000"/>
            <a:ext cx="3490212" cy="4006800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Você já realizou um extenso trabalho de configuração para este portal: escolheu o tema, configurou a detecção de planos, detectou a posição do toque do usuário e utilizou um </a:t>
            </a:r>
            <a:r>
              <a:rPr lang="pt-BR" dirty="0" err="1"/>
              <a:t>raycast</a:t>
            </a:r>
            <a:r>
              <a:rPr lang="pt-BR" dirty="0"/>
              <a:t> para determinar se o toque ocorreu em um plano válido. Agora, você irá instanciar o GameObject do portal no plano selecionado do seu ambiente.</a:t>
            </a:r>
          </a:p>
        </p:txBody>
      </p:sp>
    </p:spTree>
    <p:extLst>
      <p:ext uri="{BB962C8B-B14F-4D97-AF65-F5344CB8AC3E}">
        <p14:creationId xmlns:p14="http://schemas.microsoft.com/office/powerpoint/2010/main" val="394149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62D93-7BE5-C6DE-94C8-EC01C4E8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Importando </a:t>
            </a:r>
            <a:r>
              <a:rPr lang="pt-BR" dirty="0" err="1"/>
              <a:t>Assests</a:t>
            </a:r>
            <a:endParaRPr lang="pt-BR" dirty="0"/>
          </a:p>
        </p:txBody>
      </p:sp>
      <p:pic>
        <p:nvPicPr>
          <p:cNvPr id="5" name="Espaço Reservado para Conteúdo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347520C-F0DF-12AF-22A7-90386DD21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60" y="1196658"/>
            <a:ext cx="6913880" cy="5075566"/>
          </a:xfrm>
          <a:prstGeom prst="rect">
            <a:avLst/>
          </a:prstGeom>
        </p:spPr>
      </p:pic>
      <p:pic>
        <p:nvPicPr>
          <p:cNvPr id="7" name="Imagem 6" descr="Texto">
            <a:extLst>
              <a:ext uri="{FF2B5EF4-FFF2-40B4-BE49-F238E27FC236}">
                <a16:creationId xmlns:a16="http://schemas.microsoft.com/office/drawing/2014/main" id="{4F15F989-D3BE-D645-25A5-54505B7C1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32500"/>
            <a:ext cx="4419600" cy="639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547CAE94-C446-4A67-F6BA-764617316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90" b="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B7CFEF5-582E-CCFB-3067-6CE6E6D023E3}"/>
              </a:ext>
            </a:extLst>
          </p:cNvPr>
          <p:cNvSpPr txBox="1"/>
          <p:nvPr/>
        </p:nvSpPr>
        <p:spPr>
          <a:xfrm>
            <a:off x="2792361" y="5860026"/>
            <a:ext cx="44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Vasculhe o pacote 😍</a:t>
            </a:r>
          </a:p>
        </p:txBody>
      </p:sp>
    </p:spTree>
    <p:extLst>
      <p:ext uri="{BB962C8B-B14F-4D97-AF65-F5344CB8AC3E}">
        <p14:creationId xmlns:p14="http://schemas.microsoft.com/office/powerpoint/2010/main" val="275078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C18B8-0AFF-01E7-EE54-0FB8FE84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você instancia um objeto?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DBCF99-86F5-BE85-8033-2214D1062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Ao criar um novo objeto (GameObject) em uma cena, isso geralmente é chamado de instanciação , pois você está criando uma nova instância (versão) de um objeto. Neste caso, você criará uma nova instância de um </a:t>
            </a:r>
            <a:r>
              <a:rPr lang="pt-BR" dirty="0" err="1"/>
              <a:t>prefab</a:t>
            </a:r>
            <a:r>
              <a:rPr lang="pt-BR" dirty="0"/>
              <a:t> de portal .</a:t>
            </a:r>
          </a:p>
          <a:p>
            <a:endParaRPr lang="pt-BR" dirty="0"/>
          </a:p>
          <a:p>
            <a:r>
              <a:rPr lang="pt-BR" dirty="0"/>
              <a:t>Ao instanciar este objeto, você precisará definir as seguintes entradas:</a:t>
            </a:r>
          </a:p>
          <a:p>
            <a:endParaRPr lang="pt-BR" dirty="0"/>
          </a:p>
          <a:p>
            <a:r>
              <a:rPr lang="pt-BR" dirty="0"/>
              <a:t>O modelo pré-fabricado a ser usado como o Original</a:t>
            </a:r>
          </a:p>
          <a:p>
            <a:r>
              <a:rPr lang="pt-BR" dirty="0"/>
              <a:t>A posição da nova instância</a:t>
            </a:r>
          </a:p>
          <a:p>
            <a:r>
              <a:rPr lang="pt-BR" dirty="0"/>
              <a:t>A rotação da nova instância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BDD18D-3CFF-C051-20DB-1DA5F564D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960" y="4046220"/>
            <a:ext cx="3749040" cy="281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87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862E3AB-988A-4C6B-3FA6-4D4C67F2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Prefab</a:t>
            </a:r>
            <a:r>
              <a:rPr lang="pt-BR" dirty="0"/>
              <a:t> que será o Portal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7D1A7E1-3D2B-C015-10B7-92AD51F4A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2944955"/>
          </a:xfrm>
        </p:spPr>
        <p:txBody>
          <a:bodyPr/>
          <a:lstStyle/>
          <a:p>
            <a:r>
              <a:rPr lang="pt-BR" dirty="0"/>
              <a:t>Para a entrada Original , você selecionará o </a:t>
            </a:r>
            <a:r>
              <a:rPr lang="pt-BR" dirty="0" err="1"/>
              <a:t>prefab</a:t>
            </a:r>
            <a:r>
              <a:rPr lang="pt-BR" dirty="0"/>
              <a:t> que deseja instanciar. Se o seu aplicativo detectar planos horizontais em mesas e pisos, você selecionará um portal horizontal pelo qual poderá olhar para baixo. Se o seu aplicativo detectar planos verticais em paredes e portas, você selecionará um portal vertical pelo qual poderá olhar como se fosse uma janela.</a:t>
            </a:r>
          </a:p>
          <a:p>
            <a:endParaRPr lang="pt-BR" dirty="0"/>
          </a:p>
          <a:p>
            <a:r>
              <a:rPr lang="pt-BR" dirty="0"/>
              <a:t>Os portais estão localizados em _</a:t>
            </a:r>
            <a:r>
              <a:rPr lang="pt-BR" dirty="0" err="1"/>
              <a:t>ARPortal</a:t>
            </a:r>
            <a:r>
              <a:rPr lang="pt-BR" dirty="0"/>
              <a:t> &gt; </a:t>
            </a:r>
            <a:r>
              <a:rPr lang="pt-BR" dirty="0" err="1"/>
              <a:t>Prefabs</a:t>
            </a:r>
            <a:r>
              <a:rPr lang="pt-BR" dirty="0"/>
              <a:t> &gt; </a:t>
            </a:r>
            <a:r>
              <a:rPr lang="pt-BR" dirty="0" err="1"/>
              <a:t>Portals</a:t>
            </a:r>
            <a:r>
              <a:rPr lang="pt-BR" dirty="0"/>
              <a:t> — disponibilizamos uma opção horizontal e uma vertical para todos os três ambientes.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232168-371C-F776-933A-412B574F5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872" y="4689674"/>
            <a:ext cx="9244256" cy="216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8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7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Tela de computador com texto preto sobre fundo branco">
            <a:extLst>
              <a:ext uri="{FF2B5EF4-FFF2-40B4-BE49-F238E27FC236}">
                <a16:creationId xmlns:a16="http://schemas.microsoft.com/office/drawing/2014/main" id="{9C9539E7-E57C-8B79-9A6E-6B561AE9F5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208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2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E4B59-24EB-EA9E-0772-4BEDC60F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SCRIPT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70E2DC-EE0F-4AF9-858A-6251864DA5EF}"/>
              </a:ext>
            </a:extLst>
          </p:cNvPr>
          <p:cNvSpPr txBox="1"/>
          <p:nvPr/>
        </p:nvSpPr>
        <p:spPr>
          <a:xfrm>
            <a:off x="235974" y="1259175"/>
            <a:ext cx="115079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//Guarda o Plano detectado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TryGetPlaneHit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Vector2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touchPosition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hitPose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raycastManager.Raycast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touchPosition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hits, 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TrackableType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.PlaneWithinPolygon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hitPose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hits[0].pose;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hitPose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4000" dirty="0"/>
          </a:p>
        </p:txBody>
      </p:sp>
      <p:pic>
        <p:nvPicPr>
          <p:cNvPr id="9" name="Imagem 8" descr="Desenho de uma placa&#10;&#10;O conteúdo gerado por IA pode estar incorreto.">
            <a:extLst>
              <a:ext uri="{FF2B5EF4-FFF2-40B4-BE49-F238E27FC236}">
                <a16:creationId xmlns:a16="http://schemas.microsoft.com/office/drawing/2014/main" id="{2FFA97F1-FA2E-34F0-7FCE-FEE575738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735" y="5343314"/>
            <a:ext cx="1362265" cy="1514686"/>
          </a:xfrm>
          <a:prstGeom prst="rect">
            <a:avLst/>
          </a:prstGeom>
        </p:spPr>
      </p:pic>
      <p:sp>
        <p:nvSpPr>
          <p:cNvPr id="10" name="Texto Explicativo: Linha 9">
            <a:extLst>
              <a:ext uri="{FF2B5EF4-FFF2-40B4-BE49-F238E27FC236}">
                <a16:creationId xmlns:a16="http://schemas.microsoft.com/office/drawing/2014/main" id="{9AB1958E-8006-D21D-AE2E-126999B39B2F}"/>
              </a:ext>
            </a:extLst>
          </p:cNvPr>
          <p:cNvSpPr/>
          <p:nvPr/>
        </p:nvSpPr>
        <p:spPr>
          <a:xfrm>
            <a:off x="6331974" y="4188542"/>
            <a:ext cx="2713703" cy="1838632"/>
          </a:xfrm>
          <a:prstGeom prst="borderCallout1">
            <a:avLst>
              <a:gd name="adj1" fmla="val 18750"/>
              <a:gd name="adj2" fmla="val -8333"/>
              <a:gd name="adj3" fmla="val -29746"/>
              <a:gd name="adj4" fmla="val -836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Adicione esse trecho no final do script, oque ele faz: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Guarda o plano detectado aonde será instanciado o Portal</a:t>
            </a:r>
          </a:p>
        </p:txBody>
      </p:sp>
    </p:spTree>
    <p:extLst>
      <p:ext uri="{BB962C8B-B14F-4D97-AF65-F5344CB8AC3E}">
        <p14:creationId xmlns:p14="http://schemas.microsoft.com/office/powerpoint/2010/main" val="4155924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6F54351-B6C1-2259-26D2-EF0645CAE7C8}"/>
              </a:ext>
            </a:extLst>
          </p:cNvPr>
          <p:cNvSpPr txBox="1"/>
          <p:nvPr/>
        </p:nvSpPr>
        <p:spPr>
          <a:xfrm>
            <a:off x="0" y="231971"/>
            <a:ext cx="707922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UnityEngine.InputSystem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ARPortalSpawner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//Referencia ao script de deteção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ARPlaneTouchChecker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touchChecker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//Referência ao portal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GameObject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portalPrefab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//validação para criar apenas 1 Portal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portalInstanciado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portalInstanciado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.current.touches.Count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0)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.current.touches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touch.press.wasPressedThisFrame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Vector2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pos =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touch.position.ReadValue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//Chama o evento do outro script que guardou plano detectado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touchChecker.TryGetPlaneHit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(pos,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pose))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Instantiate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portalPrefab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pose.position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pose.rotation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portalInstanciado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800" dirty="0"/>
          </a:p>
        </p:txBody>
      </p:sp>
      <p:pic>
        <p:nvPicPr>
          <p:cNvPr id="5" name="Imagem 4" descr="Uma imagem contendo desenho, relógio, placa&#10;&#10;O conteúdo gerado por IA pode estar incorreto.">
            <a:extLst>
              <a:ext uri="{FF2B5EF4-FFF2-40B4-BE49-F238E27FC236}">
                <a16:creationId xmlns:a16="http://schemas.microsoft.com/office/drawing/2014/main" id="{F97B9826-B366-E7D4-9F95-78346BAF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945" y="0"/>
            <a:ext cx="1467055" cy="1400370"/>
          </a:xfrm>
          <a:prstGeom prst="rect">
            <a:avLst/>
          </a:prstGeom>
        </p:spPr>
      </p:pic>
      <p:pic>
        <p:nvPicPr>
          <p:cNvPr id="7" name="Imagem 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5228BCC-519A-88D9-3869-17AEBE107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098" y="2609257"/>
            <a:ext cx="5210902" cy="4248743"/>
          </a:xfrm>
          <a:prstGeom prst="rect">
            <a:avLst/>
          </a:prstGeom>
        </p:spPr>
      </p:pic>
      <p:pic>
        <p:nvPicPr>
          <p:cNvPr id="9" name="Imagem 8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F238E45F-F5B3-2191-99A3-061AEEE38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098" y="342947"/>
            <a:ext cx="3181794" cy="2114845"/>
          </a:xfrm>
          <a:prstGeom prst="rect">
            <a:avLst/>
          </a:prstGeom>
        </p:spPr>
      </p:pic>
      <p:sp>
        <p:nvSpPr>
          <p:cNvPr id="10" name="Texto Explicativo: Linha 9">
            <a:extLst>
              <a:ext uri="{FF2B5EF4-FFF2-40B4-BE49-F238E27FC236}">
                <a16:creationId xmlns:a16="http://schemas.microsoft.com/office/drawing/2014/main" id="{EF948CDB-CEFE-662D-CD36-14D3D19FB40C}"/>
              </a:ext>
            </a:extLst>
          </p:cNvPr>
          <p:cNvSpPr/>
          <p:nvPr/>
        </p:nvSpPr>
        <p:spPr>
          <a:xfrm>
            <a:off x="4164615" y="752637"/>
            <a:ext cx="2092576" cy="1295464"/>
          </a:xfrm>
          <a:prstGeom prst="borderCallout1">
            <a:avLst>
              <a:gd name="adj1" fmla="val 51386"/>
              <a:gd name="adj2" fmla="val 102555"/>
              <a:gd name="adj3" fmla="val 108706"/>
              <a:gd name="adj4" fmla="val 16041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Crie um GameObject Vazio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9EDF47F-14F0-22E2-4CC6-FCCE3201566D}"/>
              </a:ext>
            </a:extLst>
          </p:cNvPr>
          <p:cNvCxnSpPr>
            <a:cxnSpLocks/>
          </p:cNvCxnSpPr>
          <p:nvPr/>
        </p:nvCxnSpPr>
        <p:spPr>
          <a:xfrm>
            <a:off x="5515897" y="2048101"/>
            <a:ext cx="1700980" cy="2789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66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FB321F3-4F62-A7AE-DB5C-430558FF9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7913"/>
            <a:ext cx="12192000" cy="470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552E7CD-FF87-22E2-045E-35DE6EF0C851}"/>
              </a:ext>
            </a:extLst>
          </p:cNvPr>
          <p:cNvSpPr txBox="1"/>
          <p:nvPr/>
        </p:nvSpPr>
        <p:spPr>
          <a:xfrm>
            <a:off x="0" y="3020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portalInstanciado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4FC43E7-79BD-1984-1E8C-C7F3BDE174EF}"/>
              </a:ext>
            </a:extLst>
          </p:cNvPr>
          <p:cNvSpPr txBox="1"/>
          <p:nvPr/>
        </p:nvSpPr>
        <p:spPr>
          <a:xfrm>
            <a:off x="157317" y="6223819"/>
            <a:ext cx="739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Essa variável faz com que apenas um portal possa ser instanciado</a:t>
            </a:r>
          </a:p>
        </p:txBody>
      </p:sp>
    </p:spTree>
    <p:extLst>
      <p:ext uri="{BB962C8B-B14F-4D97-AF65-F5344CB8AC3E}">
        <p14:creationId xmlns:p14="http://schemas.microsoft.com/office/powerpoint/2010/main" val="2614499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CF66A70-ECD3-18C7-3B9C-8A95C68A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62834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5E4E7D3-3D0D-89D7-17C7-FE8E0B5E1E82}"/>
              </a:ext>
            </a:extLst>
          </p:cNvPr>
          <p:cNvSpPr/>
          <p:nvPr/>
        </p:nvSpPr>
        <p:spPr>
          <a:xfrm>
            <a:off x="7641021" y="1303283"/>
            <a:ext cx="1145627" cy="9459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E4F738-D1AC-3169-A86A-0EC70064A691}"/>
              </a:ext>
            </a:extLst>
          </p:cNvPr>
          <p:cNvSpPr txBox="1"/>
          <p:nvPr/>
        </p:nvSpPr>
        <p:spPr>
          <a:xfrm>
            <a:off x="5211097" y="5211097"/>
            <a:ext cx="4711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ighlight>
                  <a:srgbClr val="000000"/>
                </a:highlight>
              </a:rPr>
              <a:t>Ajuste a posição do </a:t>
            </a:r>
            <a:r>
              <a:rPr lang="pt-BR" dirty="0" err="1">
                <a:highlight>
                  <a:srgbClr val="000000"/>
                </a:highlight>
              </a:rPr>
              <a:t>Prefab</a:t>
            </a:r>
            <a:r>
              <a:rPr lang="pt-BR" dirty="0">
                <a:highlight>
                  <a:srgbClr val="000000"/>
                </a:highlight>
              </a:rPr>
              <a:t>, no emulador!</a:t>
            </a:r>
          </a:p>
          <a:p>
            <a:r>
              <a:rPr lang="pt-BR" dirty="0">
                <a:highlight>
                  <a:srgbClr val="000000"/>
                </a:highlight>
              </a:rPr>
              <a:t>Depois vá ao </a:t>
            </a:r>
            <a:r>
              <a:rPr lang="pt-BR" dirty="0" err="1">
                <a:highlight>
                  <a:srgbClr val="000000"/>
                </a:highlight>
              </a:rPr>
              <a:t>Prefab</a:t>
            </a:r>
            <a:r>
              <a:rPr lang="pt-BR" dirty="0">
                <a:highlight>
                  <a:srgbClr val="000000"/>
                </a:highlight>
              </a:rPr>
              <a:t> e realize o ajuste!</a:t>
            </a:r>
          </a:p>
        </p:txBody>
      </p:sp>
    </p:spTree>
    <p:extLst>
      <p:ext uri="{BB962C8B-B14F-4D97-AF65-F5344CB8AC3E}">
        <p14:creationId xmlns:p14="http://schemas.microsoft.com/office/powerpoint/2010/main" val="896795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BA33023E-019F-72D6-3E77-07FC18A7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54985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11266982-1AE2-6801-D6CE-2CBBD5C71951}"/>
              </a:ext>
            </a:extLst>
          </p:cNvPr>
          <p:cNvSpPr/>
          <p:nvPr/>
        </p:nvSpPr>
        <p:spPr>
          <a:xfrm>
            <a:off x="7588469" y="1450428"/>
            <a:ext cx="830317" cy="6411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71E8B2B9-E858-8938-170C-7376DC58DDC1}"/>
              </a:ext>
            </a:extLst>
          </p:cNvPr>
          <p:cNvSpPr/>
          <p:nvPr/>
        </p:nvSpPr>
        <p:spPr>
          <a:xfrm rot="11962834">
            <a:off x="1166169" y="1460982"/>
            <a:ext cx="455155" cy="390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F9FC69DD-2EBA-6CDC-7912-A3400715EFCC}"/>
              </a:ext>
            </a:extLst>
          </p:cNvPr>
          <p:cNvSpPr/>
          <p:nvPr/>
        </p:nvSpPr>
        <p:spPr>
          <a:xfrm rot="19772596">
            <a:off x="273834" y="1612800"/>
            <a:ext cx="455155" cy="390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479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0752B-70FA-CF89-B86A-B6A5326A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Desativando os Planos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56C228-EFAF-C631-4026-80111C0C1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Vamos desativar a os planos após a criação do portal.</a:t>
            </a:r>
          </a:p>
        </p:txBody>
      </p:sp>
    </p:spTree>
    <p:extLst>
      <p:ext uri="{BB962C8B-B14F-4D97-AF65-F5344CB8AC3E}">
        <p14:creationId xmlns:p14="http://schemas.microsoft.com/office/powerpoint/2010/main" val="4205961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E2DB6EC-4788-9516-7688-A236BC444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DA63C46B-3CDC-B9AC-AEE0-5CFC9F4AE5A4}"/>
              </a:ext>
            </a:extLst>
          </p:cNvPr>
          <p:cNvSpPr/>
          <p:nvPr/>
        </p:nvSpPr>
        <p:spPr>
          <a:xfrm>
            <a:off x="7556938" y="2575034"/>
            <a:ext cx="882869" cy="777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60AE8652-85F8-9473-6417-61E3A42EB6F2}"/>
              </a:ext>
            </a:extLst>
          </p:cNvPr>
          <p:cNvSpPr/>
          <p:nvPr/>
        </p:nvSpPr>
        <p:spPr>
          <a:xfrm rot="13382833">
            <a:off x="875919" y="2098169"/>
            <a:ext cx="882869" cy="777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00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ECC9148-AFC3-4FCB-D78C-8068CD7213BB}"/>
              </a:ext>
            </a:extLst>
          </p:cNvPr>
          <p:cNvSpPr txBox="1"/>
          <p:nvPr/>
        </p:nvSpPr>
        <p:spPr>
          <a:xfrm>
            <a:off x="0" y="302359"/>
            <a:ext cx="9144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UnityEngine.XR.ARFoundation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UnityEngine.InputSystem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ARPortalSpawner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MonoBehaviour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"Dependências"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ARPlaneTouchChecker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touchChecker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ARPlaneManager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planeManager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"Portal"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GameObject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portalPrefab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GameObject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portalInstanciado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Update()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portalInstanciado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!=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.current.touches.Count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0)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Touchscreen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.current.touches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touch.press.wasPressedThisFrame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Vector2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pos =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touch.position.ReadValue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touchChecker.TryGetPlaneHit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(pos,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pose))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portalInstanciado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Instantiate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portalPrefab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pose.position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portalPrefab.transform.rotation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DesativarPlanos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5D962B-FDFB-610D-4380-86351B84BB90}"/>
              </a:ext>
            </a:extLst>
          </p:cNvPr>
          <p:cNvSpPr txBox="1"/>
          <p:nvPr/>
        </p:nvSpPr>
        <p:spPr>
          <a:xfrm>
            <a:off x="5830529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DesativarPlanos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planeManager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🔒 Para de detectar novos planos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planeManager.enabled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👻 Oculta planos já existentes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plane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planeManager.trackables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plane.gameObject.SetActive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  <p:pic>
        <p:nvPicPr>
          <p:cNvPr id="6" name="Imagem 5" descr="Uma imagem contendo desenho, relógio, placa&#10;&#10;O conteúdo gerado por IA pode estar incorreto.">
            <a:extLst>
              <a:ext uri="{FF2B5EF4-FFF2-40B4-BE49-F238E27FC236}">
                <a16:creationId xmlns:a16="http://schemas.microsoft.com/office/drawing/2014/main" id="{0060C49B-B536-383A-92A9-648C2A9A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945" y="0"/>
            <a:ext cx="1467055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15679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4584</TotalTime>
  <Words>802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 Light</vt:lpstr>
      <vt:lpstr>Cascadia Mono</vt:lpstr>
      <vt:lpstr>Sagona Book</vt:lpstr>
      <vt:lpstr>Univers</vt:lpstr>
      <vt:lpstr>ThinLineVTI</vt:lpstr>
      <vt:lpstr>Unity RA</vt:lpstr>
      <vt:lpstr>Criando Portal</vt:lpstr>
      <vt:lpstr>Importando Assests</vt:lpstr>
      <vt:lpstr>Apresentação do PowerPoint</vt:lpstr>
      <vt:lpstr>Como você instancia um objeto?</vt:lpstr>
      <vt:lpstr>Prefab que será o Portal</vt:lpstr>
      <vt:lpstr>Apresentação do PowerPoint</vt:lpstr>
      <vt:lpstr>SCRIPT</vt:lpstr>
      <vt:lpstr>Apresentação do PowerPoint</vt:lpstr>
      <vt:lpstr>Apresentação do PowerPoint</vt:lpstr>
      <vt:lpstr>Apresentação do PowerPoint</vt:lpstr>
      <vt:lpstr>Apresentação do PowerPoint</vt:lpstr>
      <vt:lpstr>Desativando os Planos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36</cp:revision>
  <dcterms:created xsi:type="dcterms:W3CDTF">2026-01-02T13:17:14Z</dcterms:created>
  <dcterms:modified xsi:type="dcterms:W3CDTF">2026-01-06T21:55:29Z</dcterms:modified>
</cp:coreProperties>
</file>